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맑은 고딕" panose="020B0503020000020004" pitchFamily="50" charset="-127"/>
      <p:regular r:id="rId24"/>
      <p:bold r:id="rId25"/>
    </p:embeddedFont>
    <p:embeddedFont>
      <p:font typeface="Arvo" panose="02000000000000000000" pitchFamily="2" charset="0"/>
      <p:regular r:id="rId26"/>
      <p:bold r:id="rId27"/>
      <p:italic r:id="rId28"/>
      <p:boldItalic r:id="rId29"/>
    </p:embeddedFont>
    <p:embeddedFont>
      <p:font typeface="Roboto Condensed" panose="02000000000000000000" pitchFamily="2" charset="0"/>
      <p:regular r:id="rId30"/>
      <p:bold r:id="rId31"/>
      <p:italic r:id="rId32"/>
      <p:boldItalic r:id="rId33"/>
    </p:embeddedFont>
    <p:embeddedFont>
      <p:font typeface="Roboto Condensed Light" panose="020B0600000101010101"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BC6ABC-E7C8-488B-AC26-0233F174C8A3}">
  <a:tblStyle styleId="{E6BC6ABC-E7C8-488B-AC26-0233F174C8A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203" d="100"/>
          <a:sy n="203" d="100"/>
        </p:scale>
        <p:origin x="594" y="1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b9349105ee_17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b9349105ee_17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기존 기업의 자원을 더 효율적으로 사용하기 위해 작성한 제안서이다. </a:t>
            </a:r>
            <a:endParaRPr/>
          </a:p>
          <a:p>
            <a:pPr marL="0" lvl="0" indent="0" algn="l" rtl="0">
              <a:spcBef>
                <a:spcPts val="0"/>
              </a:spcBef>
              <a:spcAft>
                <a:spcPts val="0"/>
              </a:spcAft>
              <a:buNone/>
            </a:pPr>
            <a:r>
              <a:rPr lang="ko"/>
              <a:t>웹 서버, DNS 서버, 스토리지 서버 등 다양한 서버를 구성하여 사용할 때 발생하는 문제들</a:t>
            </a:r>
            <a:endParaRPr/>
          </a:p>
          <a:p>
            <a:pPr marL="0" lvl="0" indent="0" algn="l" rtl="0">
              <a:spcBef>
                <a:spcPts val="0"/>
              </a:spcBef>
              <a:spcAft>
                <a:spcPts val="0"/>
              </a:spcAft>
              <a:buNone/>
            </a:pPr>
            <a:r>
              <a:rPr lang="ko"/>
              <a:t>트래픽 과부하,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b44adb7410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b44adb7410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b96b71eda0_8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b96b71eda0_8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ko">
                <a:solidFill>
                  <a:schemeClr val="dk1"/>
                </a:solidFill>
              </a:rPr>
              <a:t>Client pool과 Server pool 로 나눔. 그러나 서버10대와 각종 프로토콜 서버들은 소통을 해야하기 때문에 같은 서브넷 안에 넣어줌</a:t>
            </a:r>
            <a:endParaRPr>
              <a:solidFill>
                <a:schemeClr val="dk1"/>
              </a:solidFill>
            </a:endParaRPr>
          </a:p>
          <a:p>
            <a:pPr marL="0" lvl="0" indent="0" algn="l" rtl="0">
              <a:spcBef>
                <a:spcPts val="0"/>
              </a:spcBef>
              <a:spcAft>
                <a:spcPts val="0"/>
              </a:spcAft>
              <a:buClr>
                <a:schemeClr val="dk1"/>
              </a:buClr>
              <a:buSzPts val="1100"/>
              <a:buFont typeface="Arial"/>
              <a:buNone/>
            </a:pPr>
            <a:r>
              <a:rPr lang="ko">
                <a:solidFill>
                  <a:schemeClr val="dk1"/>
                </a:solidFill>
              </a:rPr>
              <a:t>이미 내부에 개설한 DNS서버와 NFS 서버, 추가로 구성할 DHCP서버 와 캐시DHCP, iSCSI 서버도 Server pool 엔 넣어줌</a:t>
            </a:r>
            <a:endParaRPr>
              <a:solidFill>
                <a:schemeClr val="dk1"/>
              </a:solidFill>
            </a:endParaRPr>
          </a:p>
          <a:p>
            <a:pPr marL="0" lvl="0" indent="0" algn="l" rtl="0">
              <a:spcBef>
                <a:spcPts val="0"/>
              </a:spcBef>
              <a:spcAft>
                <a:spcPts val="0"/>
              </a:spcAft>
              <a:buClr>
                <a:schemeClr val="dk1"/>
              </a:buClr>
              <a:buSzPts val="1100"/>
              <a:buFont typeface="Arial"/>
              <a:buNone/>
            </a:pPr>
            <a:r>
              <a:rPr lang="ko">
                <a:solidFill>
                  <a:schemeClr val="dk1"/>
                </a:solidFill>
              </a:rPr>
              <a:t>DNS캐시의 경우 클라이언트쪽(서버10대)와 붙어있을 경우 빠르다는 장점의 시너지가 생김. -&gt; 이런이유로 DNS캐시만 client pool에 재배치. 이때 서버10대들의 /etc/resolve.conf파일은 캐시DNS로 되어있음.</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ko">
                <a:solidFill>
                  <a:schemeClr val="dk1"/>
                </a:solidFill>
              </a:rPr>
              <a:t>WEB : 외부에 개설. 서버10대가 웹서버를 이용하고 싶다면 client  pool에 연결된 스위치를 타고 정보를 얻어오면 됨</a:t>
            </a:r>
            <a:endParaRPr>
              <a:solidFill>
                <a:schemeClr val="dk1"/>
              </a:solidFill>
            </a:endParaRPr>
          </a:p>
          <a:p>
            <a:pPr marL="0" lvl="0" indent="0" algn="l" rtl="0">
              <a:spcBef>
                <a:spcPts val="0"/>
              </a:spcBef>
              <a:spcAft>
                <a:spcPts val="0"/>
              </a:spcAft>
              <a:buClr>
                <a:schemeClr val="dk1"/>
              </a:buClr>
              <a:buSzPts val="1100"/>
              <a:buFont typeface="Arial"/>
              <a:buNone/>
            </a:pPr>
            <a:r>
              <a:rPr lang="ko">
                <a:solidFill>
                  <a:schemeClr val="dk1"/>
                </a:solidFill>
              </a:rPr>
              <a:t>NFS : </a:t>
            </a:r>
            <a:r>
              <a:rPr lang="ko">
                <a:solidFill>
                  <a:srgbClr val="263248"/>
                </a:solidFill>
              </a:rPr>
              <a:t>클라이언트(서버10대)가 스위치와 코어스위치를 거쳐 작업을 요청</a:t>
            </a:r>
            <a:endParaRPr>
              <a:solidFill>
                <a:schemeClr val="dk1"/>
              </a:solidFill>
            </a:endParaRPr>
          </a:p>
          <a:p>
            <a:pPr marL="0" lvl="0" indent="0" algn="l" rtl="0">
              <a:spcBef>
                <a:spcPts val="0"/>
              </a:spcBef>
              <a:spcAft>
                <a:spcPts val="0"/>
              </a:spcAft>
              <a:buClr>
                <a:schemeClr val="dk1"/>
              </a:buClr>
              <a:buSzPts val="1100"/>
              <a:buFont typeface="Arial"/>
              <a:buNone/>
            </a:pPr>
            <a:r>
              <a:rPr lang="ko">
                <a:solidFill>
                  <a:schemeClr val="dk1"/>
                </a:solidFill>
              </a:rPr>
              <a:t>DNS : 이미 캐시된 도메인의 경우 dns캐시 서버에서 이용하면 되지만 만약 없는경우 client pool아래의 스위치를 타고 server pool의 코어스위치로 들어가 DNS에서 정보를 요청함. 이때 DNS는 오른쪽 스위치를 타고 라우터를 거쳐 ISP DNS를 이용하게 됨.</a:t>
            </a:r>
            <a:endParaRPr>
              <a:solidFill>
                <a:schemeClr val="dk1"/>
              </a:solidFill>
            </a:endParaRPr>
          </a:p>
          <a:p>
            <a:pPr marL="0" lvl="0" indent="0" algn="l" rtl="0">
              <a:spcBef>
                <a:spcPts val="0"/>
              </a:spcBef>
              <a:spcAft>
                <a:spcPts val="0"/>
              </a:spcAft>
              <a:buClr>
                <a:schemeClr val="dk1"/>
              </a:buClr>
              <a:buSzPts val="1100"/>
              <a:buFont typeface="Arial"/>
              <a:buNone/>
            </a:pPr>
            <a:r>
              <a:rPr lang="ko">
                <a:solidFill>
                  <a:schemeClr val="dk1"/>
                </a:solidFill>
              </a:rPr>
              <a:t>iSCSI : </a:t>
            </a:r>
            <a:r>
              <a:rPr lang="ko">
                <a:solidFill>
                  <a:srgbClr val="263248"/>
                </a:solidFill>
              </a:rPr>
              <a:t>클라이언트(서버10대)가 스위치와 코어스위치를 거쳐 작업을 요청</a:t>
            </a:r>
            <a:endParaRPr>
              <a:solidFill>
                <a:schemeClr val="dk1"/>
              </a:solidFill>
            </a:endParaRPr>
          </a:p>
          <a:p>
            <a:pPr marL="0" lvl="0" indent="0" algn="l" rtl="0">
              <a:spcBef>
                <a:spcPts val="0"/>
              </a:spcBef>
              <a:spcAft>
                <a:spcPts val="0"/>
              </a:spcAft>
              <a:buClr>
                <a:schemeClr val="dk1"/>
              </a:buClr>
              <a:buSzPts val="1100"/>
              <a:buFont typeface="Arial"/>
              <a:buNone/>
            </a:pPr>
            <a:r>
              <a:rPr lang="ko">
                <a:solidFill>
                  <a:schemeClr val="dk1"/>
                </a:solidFill>
              </a:rPr>
              <a:t>DHCP : 클라이언트(서버10대)가 스위치와 코어스위치를 거쳐 작업을 요청</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ko">
                <a:solidFill>
                  <a:schemeClr val="dk1"/>
                </a:solidFill>
              </a:rPr>
              <a:t>굳이 서버풀에 코어스위치를 쓰는 이유 : 일단 기존에 사용하는 스위치와는 성능차이가 있음. 연결할 수 있는 포트도 더 많음. 서버풀의 경우 요청을 받는 트래픽이 많음. 서버 10대중에 9대가 100씩 사용한다고 해도 기존 스위치로는 감당이 안됨.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ko">
                <a:solidFill>
                  <a:schemeClr val="dk1"/>
                </a:solidFill>
              </a:rPr>
              <a:t>오른쪽 스위치-라우터의 이유 : 클라이언트 풀과 서버풀에서 각각 외부로 나가야 할 경우 스위치로 나눠진 두개의 ip를 모아 라우터로 보내서 처리함</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b9349105ee_3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9349105ee_3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b44adb7410_1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b44adb7410_1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b917b811e9_1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b917b811e9_1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900"/>
              </a:spcBef>
              <a:spcAft>
                <a:spcPts val="0"/>
              </a:spcAft>
              <a:buNone/>
            </a:pPr>
            <a:r>
              <a:rPr lang="ko">
                <a:solidFill>
                  <a:srgbClr val="3A3838"/>
                </a:solidFill>
              </a:rPr>
              <a:t>1.DHCP Discover (단말 → DHCP 서버)</a:t>
            </a:r>
            <a:endParaRPr>
              <a:solidFill>
                <a:srgbClr val="3A3838"/>
              </a:solidFill>
            </a:endParaRPr>
          </a:p>
          <a:p>
            <a:pPr marL="0" lvl="0" indent="0" algn="l" rtl="0">
              <a:lnSpc>
                <a:spcPct val="115000"/>
              </a:lnSpc>
              <a:spcBef>
                <a:spcPts val="900"/>
              </a:spcBef>
              <a:spcAft>
                <a:spcPts val="0"/>
              </a:spcAft>
              <a:buNone/>
            </a:pPr>
            <a:r>
              <a:rPr lang="ko" sz="1200">
                <a:solidFill>
                  <a:srgbClr val="424242"/>
                </a:solidFill>
                <a:highlight>
                  <a:srgbClr val="FFFFFF"/>
                </a:highlight>
              </a:rPr>
              <a:t>DHCP 클라이언트가 브로드캐스트로 IP 주소 정보를 요청( DHCP discover 패킷)을 네트워크에 전송합니다. 이 과정에서 네트워크에 존재하는 DHCP 서버를 찾습니다.</a:t>
            </a:r>
            <a:endParaRPr>
              <a:solidFill>
                <a:srgbClr val="3A3838"/>
              </a:solidFill>
            </a:endParaRPr>
          </a:p>
          <a:p>
            <a:pPr marL="0" lvl="0" indent="0" algn="l" rtl="0">
              <a:lnSpc>
                <a:spcPct val="115000"/>
              </a:lnSpc>
              <a:spcBef>
                <a:spcPts val="900"/>
              </a:spcBef>
              <a:spcAft>
                <a:spcPts val="0"/>
              </a:spcAft>
              <a:buClr>
                <a:schemeClr val="dk1"/>
              </a:buClr>
              <a:buSzPts val="1100"/>
              <a:buFont typeface="Arial"/>
              <a:buNone/>
            </a:pPr>
            <a:r>
              <a:rPr lang="ko">
                <a:solidFill>
                  <a:srgbClr val="3A3838"/>
                </a:solidFill>
              </a:rPr>
              <a:t>2.DHCP Offer (DHCP 서버 → 단말)</a:t>
            </a:r>
            <a:endParaRPr>
              <a:solidFill>
                <a:srgbClr val="3A3838"/>
              </a:solidFill>
            </a:endParaRPr>
          </a:p>
          <a:p>
            <a:pPr marL="0" lvl="0" indent="0" algn="l" rtl="0">
              <a:lnSpc>
                <a:spcPct val="115000"/>
              </a:lnSpc>
              <a:spcBef>
                <a:spcPts val="900"/>
              </a:spcBef>
              <a:spcAft>
                <a:spcPts val="0"/>
              </a:spcAft>
              <a:buNone/>
            </a:pPr>
            <a:r>
              <a:rPr lang="ko">
                <a:solidFill>
                  <a:srgbClr val="3A3838"/>
                </a:solidFill>
              </a:rPr>
              <a:t>DHCP 클라이언트로 부터 응답을 받은 DHCP 서버에서는 네트워크 서비스 정보(IP,할당기간,서브넷,GW)를 담은 메시지를 DHCP 클라언트에게 전송한다.</a:t>
            </a:r>
            <a:endParaRPr>
              <a:solidFill>
                <a:srgbClr val="3A3838"/>
              </a:solidFill>
            </a:endParaRPr>
          </a:p>
          <a:p>
            <a:pPr marL="0" lvl="0" indent="0" algn="l" rtl="0">
              <a:lnSpc>
                <a:spcPct val="115000"/>
              </a:lnSpc>
              <a:spcBef>
                <a:spcPts val="900"/>
              </a:spcBef>
              <a:spcAft>
                <a:spcPts val="0"/>
              </a:spcAft>
              <a:buNone/>
            </a:pPr>
            <a:r>
              <a:rPr lang="ko">
                <a:solidFill>
                  <a:srgbClr val="3A3838"/>
                </a:solidFill>
              </a:rPr>
              <a:t>3.DHCP Request (단말 → DHCP 서버)</a:t>
            </a:r>
            <a:endParaRPr>
              <a:solidFill>
                <a:srgbClr val="3A3838"/>
              </a:solidFill>
            </a:endParaRPr>
          </a:p>
          <a:p>
            <a:pPr marL="0" lvl="0" indent="0" algn="l" rtl="0">
              <a:lnSpc>
                <a:spcPct val="115000"/>
              </a:lnSpc>
              <a:spcBef>
                <a:spcPts val="900"/>
              </a:spcBef>
              <a:spcAft>
                <a:spcPts val="0"/>
              </a:spcAft>
              <a:buClr>
                <a:schemeClr val="dk1"/>
              </a:buClr>
              <a:buSzPts val="1100"/>
              <a:buFont typeface="Arial"/>
              <a:buNone/>
            </a:pPr>
            <a:r>
              <a:rPr lang="ko">
                <a:solidFill>
                  <a:srgbClr val="3A3838"/>
                </a:solidFill>
              </a:rPr>
              <a:t> 클라이언트는 메시지에 포함되어 있는 IP 주소와 서비스 정보를 이용하여 네트워크 설정을 한 후, DHCP 서버에 사용 의사를 알리는 메시지를 DHCP 서버로 보내게 된다.</a:t>
            </a:r>
            <a:endParaRPr>
              <a:solidFill>
                <a:schemeClr val="dk1"/>
              </a:solidFill>
            </a:endParaRPr>
          </a:p>
          <a:p>
            <a:pPr marL="0" lvl="0" indent="0" algn="l" rtl="0">
              <a:lnSpc>
                <a:spcPct val="115000"/>
              </a:lnSpc>
              <a:spcBef>
                <a:spcPts val="900"/>
              </a:spcBef>
              <a:spcAft>
                <a:spcPts val="0"/>
              </a:spcAft>
              <a:buClr>
                <a:schemeClr val="dk1"/>
              </a:buClr>
              <a:buSzPts val="1100"/>
              <a:buFont typeface="Arial"/>
              <a:buNone/>
            </a:pPr>
            <a:r>
              <a:rPr lang="ko">
                <a:solidFill>
                  <a:srgbClr val="3A3838"/>
                </a:solidFill>
              </a:rPr>
              <a:t>4.DHCP Ack(DHCP 서버 → 단말)</a:t>
            </a:r>
            <a:endParaRPr>
              <a:solidFill>
                <a:srgbClr val="3A3838"/>
              </a:solidFill>
            </a:endParaRPr>
          </a:p>
          <a:p>
            <a:pPr marL="0" lvl="0" indent="0" algn="l" rtl="0">
              <a:lnSpc>
                <a:spcPct val="115000"/>
              </a:lnSpc>
              <a:spcBef>
                <a:spcPts val="900"/>
              </a:spcBef>
              <a:spcAft>
                <a:spcPts val="0"/>
              </a:spcAft>
              <a:buClr>
                <a:schemeClr val="dk1"/>
              </a:buClr>
              <a:buSzPts val="1100"/>
              <a:buFont typeface="Arial"/>
              <a:buNone/>
            </a:pPr>
            <a:r>
              <a:rPr lang="ko">
                <a:solidFill>
                  <a:srgbClr val="3A3838"/>
                </a:solidFill>
              </a:rPr>
              <a:t>응답을 받은 DHCP 서버는 할당해준 정보를 등록하고 허가를 한다.DHCP 클라이언트는 DHCP 서버에서 보내준 정보(IP, DNS,GW)를 받아서 설정한다..</a:t>
            </a:r>
            <a:endParaRPr>
              <a:solidFill>
                <a:srgbClr val="3A3838"/>
              </a:solidFill>
            </a:endParaRPr>
          </a:p>
          <a:p>
            <a:pPr marL="0" lvl="0" indent="0" algn="l" rtl="0">
              <a:spcBef>
                <a:spcPts val="90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b44adb7410_1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b44adb7410_1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80000"/>
              </a:lnSpc>
              <a:spcBef>
                <a:spcPts val="1200"/>
              </a:spcBef>
              <a:spcAft>
                <a:spcPts val="0"/>
              </a:spcAft>
              <a:buNone/>
            </a:pPr>
            <a:r>
              <a:rPr lang="ko" sz="1000">
                <a:solidFill>
                  <a:schemeClr val="dk1"/>
                </a:solidFill>
                <a:highlight>
                  <a:srgbClr val="F8F8FD"/>
                </a:highlight>
              </a:rPr>
              <a:t>1. 현재 ISP </a:t>
            </a:r>
            <a:r>
              <a:rPr lang="ko" sz="1000">
                <a:solidFill>
                  <a:schemeClr val="dk1"/>
                </a:solidFill>
              </a:rPr>
              <a:t>라우터는 네트워트와 연결되어있다</a:t>
            </a:r>
            <a:r>
              <a:rPr lang="ko">
                <a:solidFill>
                  <a:schemeClr val="dk1"/>
                </a:solidFill>
              </a:rPr>
              <a:t>.</a:t>
            </a:r>
            <a:r>
              <a:rPr lang="ko" sz="950" b="1">
                <a:solidFill>
                  <a:srgbClr val="333333"/>
                </a:solidFill>
                <a:highlight>
                  <a:srgbClr val="FFFFFF"/>
                </a:highlight>
              </a:rPr>
              <a:t>라우터의 역할은 </a:t>
            </a:r>
            <a:r>
              <a:rPr lang="ko" sz="950">
                <a:solidFill>
                  <a:srgbClr val="333333"/>
                </a:solidFill>
                <a:highlight>
                  <a:srgbClr val="FFFFFF"/>
                </a:highlight>
              </a:rPr>
              <a:t>네트워크를 상호 연결하고,네트워크 간의 데이터 전송을 수행한다</a:t>
            </a:r>
            <a:r>
              <a:rPr lang="ko" sz="1000">
                <a:solidFill>
                  <a:schemeClr val="dk1"/>
                </a:solidFill>
              </a:rPr>
              <a:t>.</a:t>
            </a:r>
            <a:endParaRPr sz="1000">
              <a:solidFill>
                <a:schemeClr val="dk1"/>
              </a:solidFill>
            </a:endParaRPr>
          </a:p>
          <a:p>
            <a:pPr marL="0" lvl="0" indent="0" algn="l" rtl="0">
              <a:lnSpc>
                <a:spcPct val="180000"/>
              </a:lnSpc>
              <a:spcBef>
                <a:spcPts val="1200"/>
              </a:spcBef>
              <a:spcAft>
                <a:spcPts val="0"/>
              </a:spcAft>
              <a:buNone/>
            </a:pPr>
            <a:r>
              <a:rPr lang="ko" sz="1000">
                <a:solidFill>
                  <a:schemeClr val="dk1"/>
                </a:solidFill>
              </a:rPr>
              <a:t>2. 라우터 방화벽을 통해 패킷을 필터링하여 발신지 IP /protocol/port/.패킷 등을 선별적으로 인증해 접속요청에 대해 판단한다.</a:t>
            </a:r>
            <a:endParaRPr sz="1000">
              <a:solidFill>
                <a:schemeClr val="dk1"/>
              </a:solidFill>
            </a:endParaRPr>
          </a:p>
          <a:p>
            <a:pPr marL="0" lvl="0" indent="0" algn="l" rtl="0">
              <a:lnSpc>
                <a:spcPct val="180000"/>
              </a:lnSpc>
              <a:spcBef>
                <a:spcPts val="1200"/>
              </a:spcBef>
              <a:spcAft>
                <a:spcPts val="0"/>
              </a:spcAft>
              <a:buNone/>
            </a:pPr>
            <a:r>
              <a:rPr lang="ko" sz="1000">
                <a:solidFill>
                  <a:schemeClr val="dk1"/>
                </a:solidFill>
              </a:rPr>
              <a:t>3. 백본 스위치는 </a:t>
            </a:r>
            <a:r>
              <a:rPr lang="ko" sz="1050">
                <a:solidFill>
                  <a:srgbClr val="252525"/>
                </a:solidFill>
                <a:highlight>
                  <a:srgbClr val="F1F1F1"/>
                </a:highlight>
              </a:rPr>
              <a:t>네트워크의 중심에 위치하며 모든 패킷이 지나간다</a:t>
            </a:r>
            <a:r>
              <a:rPr lang="ko" sz="900">
                <a:solidFill>
                  <a:schemeClr val="hlink"/>
                </a:solidFill>
                <a:highlight>
                  <a:srgbClr val="F1F1F1"/>
                </a:highlight>
                <a:latin typeface="Dotum"/>
                <a:ea typeface="Dotum"/>
                <a:cs typeface="Dotum"/>
                <a:sym typeface="Dotum"/>
              </a:rPr>
              <a:t>.</a:t>
            </a:r>
            <a:r>
              <a:rPr lang="ko" sz="1050">
                <a:solidFill>
                  <a:srgbClr val="252525"/>
                </a:solidFill>
                <a:highlight>
                  <a:srgbClr val="F1F1F1"/>
                </a:highlight>
              </a:rPr>
              <a:t> 방화벽 및 각종 서버가 접속되는 핵심 영역이기 때문에 백본 스위치를 도입하여 병목 구간의 대규모 트래픽을 처리할 수 있도록 구성한다.</a:t>
            </a:r>
            <a:endParaRPr sz="1000">
              <a:solidFill>
                <a:schemeClr val="dk1"/>
              </a:solidFill>
            </a:endParaRPr>
          </a:p>
          <a:p>
            <a:pPr marL="0" lvl="0" indent="0" algn="l" rtl="0">
              <a:lnSpc>
                <a:spcPct val="180000"/>
              </a:lnSpc>
              <a:spcBef>
                <a:spcPts val="1200"/>
              </a:spcBef>
              <a:spcAft>
                <a:spcPts val="0"/>
              </a:spcAft>
              <a:buClr>
                <a:schemeClr val="dk1"/>
              </a:buClr>
              <a:buSzPts val="1100"/>
              <a:buFont typeface="Arial"/>
              <a:buNone/>
            </a:pPr>
            <a:r>
              <a:rPr lang="ko" sz="1000">
                <a:solidFill>
                  <a:srgbClr val="263248"/>
                </a:solidFill>
                <a:highlight>
                  <a:srgbClr val="F8F8FD"/>
                </a:highlight>
              </a:rPr>
              <a:t>4.,</a:t>
            </a:r>
            <a:r>
              <a:rPr lang="ko" sz="1000">
                <a:solidFill>
                  <a:srgbClr val="252525"/>
                </a:solidFill>
                <a:highlight>
                  <a:srgbClr val="F1F1F1"/>
                </a:highlight>
              </a:rPr>
              <a:t>사내에는 사무용 PC 10대가 있다.PC들은  관리자에게 IP요청을 스위치를 통해 전달한다.스위치를 사용하는 이유로는 </a:t>
            </a:r>
            <a:r>
              <a:rPr lang="ko" sz="1000">
                <a:solidFill>
                  <a:srgbClr val="263248"/>
                </a:solidFill>
                <a:highlight>
                  <a:srgbClr val="F8F8FD"/>
                </a:highlight>
              </a:rPr>
              <a:t>관리자 서버풀엔 NFS와 DNS가 이미 구성되어 있고,10대의 PC에게 IP 할당을 위해 DHCP를 추가해야한다</a:t>
            </a:r>
            <a:endParaRPr sz="1000">
              <a:solidFill>
                <a:srgbClr val="252525"/>
              </a:solidFill>
              <a:highlight>
                <a:srgbClr val="F1F1F1"/>
              </a:highlight>
            </a:endParaRPr>
          </a:p>
          <a:p>
            <a:pPr marL="0" lvl="0" indent="0" algn="l" rtl="0">
              <a:lnSpc>
                <a:spcPct val="180000"/>
              </a:lnSpc>
              <a:spcBef>
                <a:spcPts val="1200"/>
              </a:spcBef>
              <a:spcAft>
                <a:spcPts val="1200"/>
              </a:spcAft>
              <a:buClr>
                <a:schemeClr val="dk1"/>
              </a:buClr>
              <a:buSzPts val="1100"/>
              <a:buFont typeface="Arial"/>
              <a:buNone/>
            </a:pPr>
            <a:r>
              <a:rPr lang="ko" sz="1000">
                <a:solidFill>
                  <a:srgbClr val="252525"/>
                </a:solidFill>
                <a:highlight>
                  <a:srgbClr val="F1F1F1"/>
                </a:highlight>
              </a:rPr>
              <a:t>5.사무용 PC 10대에게 IP 주소를 할당하기 위해 DHCP를 동작한다. IP 할당을 서비스하는 DHCP 서버는 라우터에서 동작할 수 있다.관리자는 배포할 IP 주소의 범위나 각종 설정 정보를 등록해준다.DHCP 서버는 배포하도록 설정한 IP 주소의 범위 안에서 아직 미사용 중인 IP주소를 스위치를 통해배포한다.</a:t>
            </a:r>
            <a:endParaRPr sz="1200">
              <a:solidFill>
                <a:srgbClr val="333333"/>
              </a:solidFill>
              <a:highlight>
                <a:srgbClr val="F8F8FD"/>
              </a:high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b96b71eda0_4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b96b71eda0_4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설정파일에서 몇줄만 추가면 생성가능. 존파일을 수정하거나 추가적인걸 안해도 됨.</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b91fba572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b91fba572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b91fba5724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b91fba572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36363"/>
              </a:lnSpc>
              <a:spcBef>
                <a:spcPts val="0"/>
              </a:spcBef>
              <a:spcAft>
                <a:spcPts val="0"/>
              </a:spcAft>
              <a:buClr>
                <a:schemeClr val="dk1"/>
              </a:buClr>
              <a:buSzPts val="1100"/>
              <a:buFont typeface="Arial"/>
              <a:buNone/>
            </a:pPr>
            <a:r>
              <a:rPr lang="ko" sz="1000">
                <a:solidFill>
                  <a:schemeClr val="dk1"/>
                </a:solidFill>
              </a:rPr>
              <a:t>1. Client에서 DNS 요청</a:t>
            </a:r>
            <a:endParaRPr sz="1000">
              <a:solidFill>
                <a:schemeClr val="dk1"/>
              </a:solidFill>
            </a:endParaRPr>
          </a:p>
          <a:p>
            <a:pPr marL="0" lvl="0" indent="0" algn="just" rtl="0">
              <a:lnSpc>
                <a:spcPct val="136363"/>
              </a:lnSpc>
              <a:spcBef>
                <a:spcPts val="0"/>
              </a:spcBef>
              <a:spcAft>
                <a:spcPts val="0"/>
              </a:spcAft>
              <a:buClr>
                <a:schemeClr val="dk1"/>
              </a:buClr>
              <a:buSzPts val="1100"/>
              <a:buFont typeface="Arial"/>
              <a:buNone/>
            </a:pPr>
            <a:r>
              <a:rPr lang="ko" sz="1000">
                <a:solidFill>
                  <a:schemeClr val="dk1"/>
                </a:solidFill>
              </a:rPr>
              <a:t>2. DNS cache server의 cache table 확인</a:t>
            </a:r>
            <a:endParaRPr sz="1000">
              <a:solidFill>
                <a:schemeClr val="dk1"/>
              </a:solidFill>
            </a:endParaRPr>
          </a:p>
          <a:p>
            <a:pPr marL="0" lvl="0" indent="0" algn="just" rtl="0">
              <a:lnSpc>
                <a:spcPct val="136363"/>
              </a:lnSpc>
              <a:spcBef>
                <a:spcPts val="0"/>
              </a:spcBef>
              <a:spcAft>
                <a:spcPts val="0"/>
              </a:spcAft>
              <a:buClr>
                <a:schemeClr val="dk1"/>
              </a:buClr>
              <a:buSzPts val="1100"/>
              <a:buFont typeface="Arial"/>
              <a:buNone/>
            </a:pPr>
            <a:r>
              <a:rPr lang="ko" sz="1000">
                <a:solidFill>
                  <a:schemeClr val="dk1"/>
                </a:solidFill>
              </a:rPr>
              <a:t>  2.1. DNS cache server의 cache table에 존재한다면 요청에 대한 응답</a:t>
            </a:r>
            <a:endParaRPr sz="1000">
              <a:solidFill>
                <a:schemeClr val="dk1"/>
              </a:solidFill>
            </a:endParaRPr>
          </a:p>
          <a:p>
            <a:pPr marL="0" lvl="0" indent="0" algn="just" rtl="0">
              <a:lnSpc>
                <a:spcPct val="136363"/>
              </a:lnSpc>
              <a:spcBef>
                <a:spcPts val="0"/>
              </a:spcBef>
              <a:spcAft>
                <a:spcPts val="0"/>
              </a:spcAft>
              <a:buClr>
                <a:schemeClr val="dk1"/>
              </a:buClr>
              <a:buSzPts val="1100"/>
              <a:buFont typeface="Arial"/>
              <a:buNone/>
            </a:pPr>
            <a:r>
              <a:rPr lang="ko" sz="1000">
                <a:solidFill>
                  <a:schemeClr val="dk1"/>
                </a:solidFill>
              </a:rPr>
              <a:t>  2.2. DNS cache server의 cache table에 존재하지 않는다면 DNS main server로 요청</a:t>
            </a:r>
            <a:endParaRPr sz="1000">
              <a:solidFill>
                <a:schemeClr val="dk1"/>
              </a:solidFill>
            </a:endParaRPr>
          </a:p>
          <a:p>
            <a:pPr marL="0" lvl="0" indent="0" algn="just" rtl="0">
              <a:lnSpc>
                <a:spcPct val="136363"/>
              </a:lnSpc>
              <a:spcBef>
                <a:spcPts val="0"/>
              </a:spcBef>
              <a:spcAft>
                <a:spcPts val="0"/>
              </a:spcAft>
              <a:buClr>
                <a:schemeClr val="dk1"/>
              </a:buClr>
              <a:buSzPts val="1100"/>
              <a:buFont typeface="Arial"/>
              <a:buNone/>
            </a:pPr>
            <a:r>
              <a:rPr lang="ko" sz="1000">
                <a:solidFill>
                  <a:schemeClr val="dk1"/>
                </a:solidFill>
              </a:rPr>
              <a:t>    2.2.1. DNS main server에서 ISP DNS server로 요청</a:t>
            </a:r>
            <a:endParaRPr sz="1000">
              <a:solidFill>
                <a:schemeClr val="dk1"/>
              </a:solidFill>
            </a:endParaRPr>
          </a:p>
          <a:p>
            <a:pPr marL="254000" lvl="0" indent="-254000" algn="just" rtl="0">
              <a:lnSpc>
                <a:spcPct val="136363"/>
              </a:lnSpc>
              <a:spcBef>
                <a:spcPts val="0"/>
              </a:spcBef>
              <a:spcAft>
                <a:spcPts val="0"/>
              </a:spcAft>
              <a:buNone/>
            </a:pPr>
            <a:r>
              <a:rPr lang="ko" sz="1000">
                <a:solidFill>
                  <a:schemeClr val="dk1"/>
                </a:solidFill>
              </a:rPr>
              <a:t>    2.2.2. ISP DNS server의 cache table을 확인한 뒤 존재하지 않는다면 Root DNS server부터 탐색 후 요청에 대한 응답</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b44adb7725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b44adb772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Apache Server NCSA서버의 개량형, 성능과 기능면에서 우수. 하나의 port(default:80)에서 일반 Web과 Proxy 동시 지원 각 기능의 MoDule화 가장 많이 사용되는 Web Server이다.</a:t>
            </a:r>
            <a:endParaRPr/>
          </a:p>
          <a:p>
            <a:pPr marL="0" lvl="0" indent="0" algn="l" rtl="0">
              <a:spcBef>
                <a:spcPts val="0"/>
              </a:spcBef>
              <a:spcAft>
                <a:spcPts val="0"/>
              </a:spcAft>
              <a:buNone/>
            </a:pPr>
            <a:r>
              <a:rPr lang="ko"/>
              <a:t>IIS Internet Information Server, window NT Server용. </a:t>
            </a:r>
            <a:endParaRPr/>
          </a:p>
          <a:p>
            <a:pPr marL="0" lvl="0" indent="0" algn="l" rtl="0">
              <a:spcBef>
                <a:spcPts val="0"/>
              </a:spcBef>
              <a:spcAft>
                <a:spcPts val="0"/>
              </a:spcAft>
              <a:buNone/>
            </a:pPr>
            <a:r>
              <a:rPr lang="ko"/>
              <a:t>또한, 그림의 기능을 처리하는 컴퓨터를 웹서버라고 하기도 한다. (하드웨어)</a:t>
            </a:r>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b917b811e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b917b811e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기업 내부에서 웹 서버를 구축할 경우 위 상단 그림과 같이 사내 인트라넷과 인터넷, 서버실이 존재한다. 이에 따른 인력, 설치, 기기, 보안, 관리 비용이 든다.</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b917b811e9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b917b811e9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sz="900" b="1">
                <a:solidFill>
                  <a:schemeClr val="dk1"/>
                </a:solidFill>
              </a:rPr>
              <a:t>도메인 주소와 DNS 서버를 따로 임대 가능하지만 외부 업체에서 한 번에 같이 임대 할 수 있어 편리. </a:t>
            </a:r>
            <a:endParaRPr sz="900" b="1">
              <a:solidFill>
                <a:schemeClr val="dk1"/>
              </a:solidFill>
            </a:endParaRPr>
          </a:p>
          <a:p>
            <a:pPr marL="0" lvl="0" indent="0" algn="l" rtl="0">
              <a:spcBef>
                <a:spcPts val="0"/>
              </a:spcBef>
              <a:spcAft>
                <a:spcPts val="0"/>
              </a:spcAft>
              <a:buNone/>
            </a:pPr>
            <a:r>
              <a:rPr lang="ko" sz="900" b="1">
                <a:solidFill>
                  <a:schemeClr val="dk1"/>
                </a:solidFill>
              </a:rPr>
              <a:t>-서버 호스팅-</a:t>
            </a:r>
            <a:endParaRPr sz="900" b="1">
              <a:solidFill>
                <a:schemeClr val="dk1"/>
              </a:solidFill>
            </a:endParaRPr>
          </a:p>
          <a:p>
            <a:pPr marL="0" lvl="0" indent="0" algn="l" rtl="0">
              <a:spcBef>
                <a:spcPts val="0"/>
              </a:spcBef>
              <a:spcAft>
                <a:spcPts val="0"/>
              </a:spcAft>
              <a:buNone/>
            </a:pPr>
            <a:r>
              <a:rPr lang="ko" sz="900" b="1">
                <a:solidFill>
                  <a:schemeClr val="dk1"/>
                </a:solidFill>
              </a:rPr>
              <a:t>CPU, RAM, DISK와 회선에 따라 다양한 상품 선택 가능하다. 네트워크, 서버 모니터링이나 관리를 해준다.</a:t>
            </a:r>
            <a:endParaRPr sz="900" b="1">
              <a:solidFill>
                <a:schemeClr val="dk1"/>
              </a:solidFill>
            </a:endParaRPr>
          </a:p>
          <a:p>
            <a:pPr marL="457200" lvl="0" indent="-298450" algn="l" rtl="0">
              <a:spcBef>
                <a:spcPts val="0"/>
              </a:spcBef>
              <a:spcAft>
                <a:spcPts val="0"/>
              </a:spcAft>
              <a:buClr>
                <a:schemeClr val="dk1"/>
              </a:buClr>
              <a:buSzPts val="1100"/>
              <a:buChar char="-"/>
            </a:pPr>
            <a:r>
              <a:rPr lang="ko" b="1">
                <a:solidFill>
                  <a:schemeClr val="dk1"/>
                </a:solidFill>
              </a:rPr>
              <a:t>서버 호스팅 </a:t>
            </a:r>
            <a:r>
              <a:rPr lang="ko">
                <a:solidFill>
                  <a:schemeClr val="dk1"/>
                </a:solidFill>
              </a:rPr>
              <a:t>업체의 방화벽, DNS 서버와 관리 툴 등이 있어 기업 입장에서는 편리(관리할 범위가 줄어들기 때문에 좀 더 수월하게 사이트 운영에 집중할 수 있음)</a:t>
            </a:r>
            <a:endParaRPr>
              <a:solidFill>
                <a:schemeClr val="dk1"/>
              </a:solidFill>
            </a:endParaRPr>
          </a:p>
          <a:p>
            <a:pPr marL="0" lvl="0" indent="0" algn="l" rtl="0">
              <a:spcBef>
                <a:spcPts val="0"/>
              </a:spcBef>
              <a:spcAft>
                <a:spcPts val="0"/>
              </a:spcAft>
              <a:buNone/>
            </a:pPr>
            <a:endParaRPr sz="600" b="1">
              <a:solidFill>
                <a:schemeClr val="dk1"/>
              </a:solidFill>
            </a:endParaRPr>
          </a:p>
          <a:p>
            <a:pPr marL="0" lvl="0" indent="0" algn="l" rtl="0">
              <a:spcBef>
                <a:spcPts val="0"/>
              </a:spcBef>
              <a:spcAft>
                <a:spcPts val="0"/>
              </a:spcAft>
              <a:buNone/>
            </a:pPr>
            <a:endParaRPr sz="600" b="1">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b9349105ee_13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b9349105ee_13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lnSpc>
                <a:spcPct val="115000"/>
              </a:lnSpc>
              <a:spcBef>
                <a:spcPts val="0"/>
              </a:spcBef>
              <a:spcAft>
                <a:spcPts val="0"/>
              </a:spcAft>
              <a:buClr>
                <a:schemeClr val="dk1"/>
              </a:buClr>
              <a:buSzPts val="1000"/>
              <a:buChar char="-"/>
            </a:pPr>
            <a:r>
              <a:rPr lang="ko" sz="1000" b="1">
                <a:solidFill>
                  <a:schemeClr val="dk1"/>
                </a:solidFill>
              </a:rPr>
              <a:t>구축 목적</a:t>
            </a:r>
            <a:r>
              <a:rPr lang="ko" sz="1000">
                <a:solidFill>
                  <a:schemeClr val="dk1"/>
                </a:solidFill>
              </a:rPr>
              <a:t>에 따라 다양한 상품 선택 가능 </a:t>
            </a:r>
            <a:endParaRPr sz="1000" b="1">
              <a:solidFill>
                <a:schemeClr val="dk1"/>
              </a:solidFill>
            </a:endParaRPr>
          </a:p>
          <a:p>
            <a:pPr marL="457200" lvl="0" indent="-292100" algn="l" rtl="0">
              <a:lnSpc>
                <a:spcPct val="115000"/>
              </a:lnSpc>
              <a:spcBef>
                <a:spcPts val="0"/>
              </a:spcBef>
              <a:spcAft>
                <a:spcPts val="0"/>
              </a:spcAft>
              <a:buClr>
                <a:schemeClr val="dk1"/>
              </a:buClr>
              <a:buSzPts val="1000"/>
              <a:buChar char="-"/>
            </a:pPr>
            <a:r>
              <a:rPr lang="ko" sz="1000">
                <a:solidFill>
                  <a:schemeClr val="dk1"/>
                </a:solidFill>
              </a:rPr>
              <a:t>서버 운영에 필요한</a:t>
            </a:r>
            <a:r>
              <a:rPr lang="ko" sz="1000" b="1">
                <a:solidFill>
                  <a:schemeClr val="dk1"/>
                </a:solidFill>
              </a:rPr>
              <a:t> 인프라</a:t>
            </a:r>
            <a:r>
              <a:rPr lang="ko" sz="1000">
                <a:solidFill>
                  <a:schemeClr val="dk1"/>
                </a:solidFill>
              </a:rPr>
              <a:t>와</a:t>
            </a:r>
            <a:r>
              <a:rPr lang="ko" sz="1000" b="1">
                <a:solidFill>
                  <a:schemeClr val="dk1"/>
                </a:solidFill>
              </a:rPr>
              <a:t> 기술력</a:t>
            </a:r>
            <a:r>
              <a:rPr lang="ko" sz="1000">
                <a:solidFill>
                  <a:schemeClr val="dk1"/>
                </a:solidFill>
              </a:rPr>
              <a:t>을</a:t>
            </a:r>
            <a:r>
              <a:rPr lang="ko" sz="1000" b="1">
                <a:solidFill>
                  <a:schemeClr val="dk1"/>
                </a:solidFill>
              </a:rPr>
              <a:t> </a:t>
            </a:r>
            <a:r>
              <a:rPr lang="ko" sz="1000">
                <a:solidFill>
                  <a:schemeClr val="dk1"/>
                </a:solidFill>
              </a:rPr>
              <a:t>함께 제공</a:t>
            </a:r>
            <a:r>
              <a:rPr lang="ko" sz="1000" b="1">
                <a:solidFill>
                  <a:schemeClr val="dk1"/>
                </a:solidFill>
              </a:rPr>
              <a:t> -&gt; 서버 사용에 집중이 가능</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ko" sz="1000" b="1">
                <a:solidFill>
                  <a:schemeClr val="dk1"/>
                </a:solidFill>
              </a:rPr>
              <a:t> 비용 절감</a:t>
            </a:r>
            <a:r>
              <a:rPr lang="ko" sz="1000">
                <a:solidFill>
                  <a:schemeClr val="dk1"/>
                </a:solidFill>
              </a:rPr>
              <a:t>과 관리 부담 적음</a:t>
            </a:r>
            <a:endParaRPr sz="10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b917b811e9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b917b811e9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스토리지 관리에 탁월한 stratis에 대해 알아보겠습니다.</a:t>
            </a:r>
            <a:endParaRPr/>
          </a:p>
          <a:p>
            <a:pPr marL="0" lvl="0" indent="0" algn="just" rtl="0">
              <a:lnSpc>
                <a:spcPct val="136363"/>
              </a:lnSpc>
              <a:spcBef>
                <a:spcPts val="0"/>
              </a:spcBef>
              <a:spcAft>
                <a:spcPts val="0"/>
              </a:spcAft>
              <a:buClr>
                <a:schemeClr val="dk1"/>
              </a:buClr>
              <a:buSzPts val="1100"/>
              <a:buFont typeface="Arial"/>
              <a:buNone/>
            </a:pPr>
            <a:r>
              <a:rPr lang="ko" sz="1000">
                <a:solidFill>
                  <a:schemeClr val="dk1"/>
                </a:solidFill>
              </a:rPr>
              <a:t>고급 로컬 스토리지 관리 : Stratis는 물리적 스토리지 장치 풀을 관리하는 서비스로 실행되며, 생성되는 파일 시스템의 볼륨을 투명하게 생성 및 관리합니다</a:t>
            </a:r>
            <a:endParaRPr sz="1000">
              <a:solidFill>
                <a:schemeClr val="dk1"/>
              </a:solidFill>
            </a:endParaRPr>
          </a:p>
          <a:p>
            <a:pPr marL="0" lvl="0" indent="0" algn="l" rtl="0">
              <a:spcBef>
                <a:spcPts val="0"/>
              </a:spcBef>
              <a:spcAft>
                <a:spcPts val="0"/>
              </a:spcAft>
              <a:buNone/>
            </a:pPr>
            <a:r>
              <a:rPr lang="ko"/>
              <a:t>지속적인 모니터링으로 디스크의 용량이 부족할 경우 POOL이라는 시스템이 자동으로 디스크의 용량을 조절합니다. </a:t>
            </a:r>
            <a:endParaRPr/>
          </a:p>
          <a:p>
            <a:pPr marL="0" lvl="0" indent="0" algn="l" rtl="0">
              <a:spcBef>
                <a:spcPts val="0"/>
              </a:spcBef>
              <a:spcAft>
                <a:spcPts val="0"/>
              </a:spcAft>
              <a:buNone/>
            </a:pPr>
            <a:r>
              <a:rPr lang="ko"/>
              <a:t>파일 시스템 스냅샷을 생성할 수 있습니다. 스냅샷은 파일 시스템과 독릭접이므로 파일시스템을 사용하고 있는 중간에도 스냅샷을 생성하여 마운트해서 파일을 따로 사용 가능합니다.</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b917b811e9_4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b917b811e9_4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2800"/>
              </a:spcBef>
              <a:spcAft>
                <a:spcPts val="0"/>
              </a:spcAft>
              <a:buClr>
                <a:schemeClr val="dk1"/>
              </a:buClr>
              <a:buSzPts val="1100"/>
              <a:buFont typeface="Arial"/>
              <a:buNone/>
            </a:pPr>
            <a:r>
              <a:rPr lang="ko">
                <a:solidFill>
                  <a:schemeClr val="dk1"/>
                </a:solidFill>
              </a:rPr>
              <a:t>기존의 스토리지를 생성할 때는 디스크 추가 -&gt; 파티션 추가 -&gt; 해당 위치에 장치를 연결 하기 위한 수동으로 마운트 -&gt; 파일 시스템 설정 &gt; (옵션) 영구마운트 순으로 설정하고 디스크이 수정이 필요한 경우에는 마운트를 다시 풀어 설정해야 하는 번거로움이 있었습니다.</a:t>
            </a:r>
            <a:endParaRPr>
              <a:solidFill>
                <a:schemeClr val="dk1"/>
              </a:solidFill>
            </a:endParaRPr>
          </a:p>
          <a:p>
            <a:pPr marL="0" lvl="0" indent="0" algn="l" rtl="0">
              <a:lnSpc>
                <a:spcPct val="115000"/>
              </a:lnSpc>
              <a:spcBef>
                <a:spcPts val="2800"/>
              </a:spcBef>
              <a:spcAft>
                <a:spcPts val="0"/>
              </a:spcAft>
              <a:buClr>
                <a:schemeClr val="dk1"/>
              </a:buClr>
              <a:buSzPts val="1100"/>
              <a:buFont typeface="Arial"/>
              <a:buNone/>
            </a:pPr>
            <a:r>
              <a:rPr lang="ko">
                <a:solidFill>
                  <a:schemeClr val="dk1"/>
                </a:solidFill>
              </a:rPr>
              <a:t>스토리지를 생성할 때는 일반적인 방법이나 stratis 방법이나 크게 다른 점은 없지만 비교하자면 따로 파티션을 나눌 필요가 없습니다.  </a:t>
            </a:r>
            <a:endParaRPr>
              <a:solidFill>
                <a:schemeClr val="dk1"/>
              </a:solidFill>
            </a:endParaRPr>
          </a:p>
          <a:p>
            <a:pPr marL="0" lvl="0" indent="0" algn="l" rtl="0">
              <a:lnSpc>
                <a:spcPct val="115000"/>
              </a:lnSpc>
              <a:spcBef>
                <a:spcPts val="28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8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800"/>
              </a:spcBef>
              <a:spcAft>
                <a:spcPts val="0"/>
              </a:spcAft>
              <a:buClr>
                <a:schemeClr val="dk1"/>
              </a:buClr>
              <a:buSzPts val="1100"/>
              <a:buFont typeface="Arial"/>
              <a:buNone/>
            </a:pPr>
            <a:r>
              <a:rPr lang="ko">
                <a:solidFill>
                  <a:schemeClr val="dk1"/>
                </a:solidFill>
                <a:highlight>
                  <a:srgbClr val="FFFFFF"/>
                </a:highlight>
              </a:rPr>
              <a:t> </a:t>
            </a:r>
            <a:endParaRPr>
              <a:solidFill>
                <a:schemeClr val="dk1"/>
              </a:solidFill>
              <a:highlight>
                <a:srgbClr val="FFFFFF"/>
              </a:highlight>
            </a:endParaRPr>
          </a:p>
          <a:p>
            <a:pPr marL="0" lvl="0" indent="0" algn="l" rtl="0">
              <a:spcBef>
                <a:spcPts val="280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b91fba5724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b91fba5724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ko"/>
              <a:t>데몬으로 관리되기 때문에 디스크에 대한 오류가 현저히 적고 </a:t>
            </a:r>
            <a:endParaRPr/>
          </a:p>
          <a:p>
            <a:pPr marL="0" lvl="0" indent="0" algn="l" rtl="0">
              <a:spcBef>
                <a:spcPts val="0"/>
              </a:spcBef>
              <a:spcAft>
                <a:spcPts val="0"/>
              </a:spcAft>
              <a:buNone/>
            </a:pPr>
            <a:r>
              <a:rPr lang="ko"/>
              <a:t>기본 볼륨을 관리하여 필요한 경우 용량을 확장 시킬 수 있습니다.</a:t>
            </a:r>
            <a:endParaRPr/>
          </a:p>
          <a:p>
            <a:pPr marL="0" lvl="0" indent="0" algn="l" rtl="0">
              <a:spcBef>
                <a:spcPts val="0"/>
              </a:spcBef>
              <a:spcAft>
                <a:spcPts val="0"/>
              </a:spcAft>
              <a:buNone/>
            </a:pPr>
            <a:r>
              <a:rPr lang="ko"/>
              <a:t>기존의 스토리지 드라이버 및 도구를 사용하기 때문에 LVM, XFS, 장치 매퍼에서 사용하는 모든 고급 스토리지 기능이 지원 됩니다.</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b917b811e9_3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b917b811e9_3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ko">
                <a:solidFill>
                  <a:schemeClr val="dk1"/>
                </a:solidFill>
              </a:rPr>
              <a:t>iscsi target 구성시 트래픽 분산을 위하여 스위치를 하나 두고 client의 트래픽을 스위치로.</a:t>
            </a:r>
            <a:endParaRPr>
              <a:solidFill>
                <a:schemeClr val="dk1"/>
              </a:solidFill>
            </a:endParaRPr>
          </a:p>
          <a:p>
            <a:pPr marL="0" lvl="0" indent="0" algn="l" rtl="0">
              <a:spcBef>
                <a:spcPts val="0"/>
              </a:spcBef>
              <a:spcAft>
                <a:spcPts val="0"/>
              </a:spcAft>
              <a:buClr>
                <a:schemeClr val="dk1"/>
              </a:buClr>
              <a:buSzPts val="1100"/>
              <a:buFont typeface="Arial"/>
              <a:buNone/>
            </a:pPr>
            <a:r>
              <a:rPr lang="ko">
                <a:solidFill>
                  <a:schemeClr val="dk1"/>
                </a:solidFill>
              </a:rPr>
              <a:t>iscsi를 구성할 땐 고가용성을 위해 LVM으로 분리를 한 뒤 구성한다.</a:t>
            </a:r>
            <a:endParaRPr>
              <a:solidFill>
                <a:schemeClr val="dk1"/>
              </a:solidFill>
            </a:endParaRPr>
          </a:p>
          <a:p>
            <a:pPr marL="0" lvl="0" indent="0" algn="l" rtl="0">
              <a:spcBef>
                <a:spcPts val="0"/>
              </a:spcBef>
              <a:spcAft>
                <a:spcPts val="0"/>
              </a:spcAft>
              <a:buClr>
                <a:schemeClr val="dk1"/>
              </a:buClr>
              <a:buSzPts val="1100"/>
              <a:buFont typeface="Arial"/>
              <a:buNone/>
            </a:pPr>
            <a:r>
              <a:rPr lang="ko">
                <a:solidFill>
                  <a:schemeClr val="dk1"/>
                </a:solidFill>
              </a:rPr>
              <a:t>각각의 서버에 nic 카드를 탑재하여 스위치로 트래픽을 보내면, iscsi의 nic에 로드 밸런싱이 되어 도착하게 된다.</a:t>
            </a:r>
            <a:endParaRPr>
              <a:solidFill>
                <a:schemeClr val="dk1"/>
              </a:solidFill>
            </a:endParaRPr>
          </a:p>
          <a:p>
            <a:pPr marL="0" lvl="0" indent="0" algn="l" rtl="0">
              <a:spcBef>
                <a:spcPts val="0"/>
              </a:spcBef>
              <a:spcAft>
                <a:spcPts val="0"/>
              </a:spcAft>
              <a:buClr>
                <a:schemeClr val="dk1"/>
              </a:buClr>
              <a:buSzPts val="1100"/>
              <a:buFont typeface="Arial"/>
              <a:buNone/>
            </a:pPr>
            <a:r>
              <a:rPr lang="ko">
                <a:solidFill>
                  <a:schemeClr val="dk1"/>
                </a:solidFill>
              </a:rPr>
              <a:t>iscsi의 nic 카드에 로드밸런싱이 되도록 티밍을 설정해준다.</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b917b811e9_3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b917b811e9_3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해당 내용은 성능적인 면에서 아주 탁월하지만 가격적인 부분이 부담이 될 수 있다.</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b91fba5724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b91fba5724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ko"/>
              <a:t>완성!</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0" y="-7088"/>
            <a:ext cx="8661398" cy="5150588"/>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23"/>
        <p:cNvGrpSpPr/>
        <p:nvPr/>
      </p:nvGrpSpPr>
      <p:grpSpPr>
        <a:xfrm>
          <a:off x="0" y="0"/>
          <a:ext cx="0" cy="0"/>
          <a:chOff x="0" y="0"/>
          <a:chExt cx="0" cy="0"/>
        </a:xfrm>
      </p:grpSpPr>
      <p:sp>
        <p:nvSpPr>
          <p:cNvPr id="24" name="Google Shape;24;p3"/>
          <p:cNvSpPr/>
          <p:nvPr/>
        </p:nvSpPr>
        <p:spPr>
          <a:xfrm>
            <a:off x="5697214" y="2635519"/>
            <a:ext cx="889200" cy="2964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25" name="Google Shape;25;p3"/>
          <p:cNvGrpSpPr/>
          <p:nvPr/>
        </p:nvGrpSpPr>
        <p:grpSpPr>
          <a:xfrm>
            <a:off x="0" y="-7088"/>
            <a:ext cx="8661398" cy="5150588"/>
            <a:chOff x="0" y="-7088"/>
            <a:chExt cx="8661398" cy="5150588"/>
          </a:xfrm>
        </p:grpSpPr>
        <p:sp>
          <p:nvSpPr>
            <p:cNvPr id="26" name="Google Shape;26;p3"/>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28" name="Google Shape;28;p3"/>
          <p:cNvGrpSpPr/>
          <p:nvPr/>
        </p:nvGrpSpPr>
        <p:grpSpPr>
          <a:xfrm rot="10800000" flipH="1">
            <a:off x="-2" y="2924826"/>
            <a:ext cx="6589087" cy="2027268"/>
            <a:chOff x="-9894852" y="-4493254"/>
            <a:chExt cx="21200407" cy="6522740"/>
          </a:xfrm>
        </p:grpSpPr>
        <p:sp>
          <p:nvSpPr>
            <p:cNvPr id="29" name="Google Shape;29;p3"/>
            <p:cNvSpPr/>
            <p:nvPr/>
          </p:nvSpPr>
          <p:spPr>
            <a:xfrm>
              <a:off x="-9894852" y="-4493114"/>
              <a:ext cx="146853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30" name="Google Shape;30;p3"/>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31" name="Google Shape;31;p3"/>
          <p:cNvGrpSpPr/>
          <p:nvPr/>
        </p:nvGrpSpPr>
        <p:grpSpPr>
          <a:xfrm>
            <a:off x="6946842" y="4472723"/>
            <a:ext cx="2202830" cy="670795"/>
            <a:chOff x="5575242" y="4472723"/>
            <a:chExt cx="2202830" cy="670795"/>
          </a:xfrm>
        </p:grpSpPr>
        <p:sp>
          <p:nvSpPr>
            <p:cNvPr id="32" name="Google Shape;32;p3"/>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3"/>
            <p:cNvGrpSpPr/>
            <p:nvPr/>
          </p:nvGrpSpPr>
          <p:grpSpPr>
            <a:xfrm flipH="1">
              <a:off x="5734850" y="4472723"/>
              <a:ext cx="2040837" cy="670795"/>
              <a:chOff x="1297954" y="330075"/>
              <a:chExt cx="5169293" cy="1699506"/>
            </a:xfrm>
          </p:grpSpPr>
          <p:sp>
            <p:nvSpPr>
              <p:cNvPr id="34" name="Google Shape;34;p3"/>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36;p3"/>
            <p:cNvGrpSpPr/>
            <p:nvPr/>
          </p:nvGrpSpPr>
          <p:grpSpPr>
            <a:xfrm flipH="1">
              <a:off x="5578209" y="4646738"/>
              <a:ext cx="2199863" cy="304563"/>
              <a:chOff x="-5827153" y="330075"/>
              <a:chExt cx="12276019" cy="1699569"/>
            </a:xfrm>
          </p:grpSpPr>
          <p:sp>
            <p:nvSpPr>
              <p:cNvPr id="37" name="Google Shape;37;p3"/>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 name="Google Shape;39;p3"/>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40" name="Google Shape;40;p3"/>
          <p:cNvSpPr txBox="1">
            <a:spLocks noGrp="1"/>
          </p:cNvSpPr>
          <p:nvPr>
            <p:ph type="subTitle" idx="1"/>
          </p:nvPr>
        </p:nvSpPr>
        <p:spPr>
          <a:xfrm>
            <a:off x="463525" y="3975449"/>
            <a:ext cx="40944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5"/>
              </a:buClr>
              <a:buSzPts val="2000"/>
              <a:buNone/>
              <a:defRPr sz="2000">
                <a:solidFill>
                  <a:schemeClr val="accent5"/>
                </a:solidFill>
              </a:defRPr>
            </a:lvl1pPr>
            <a:lvl2pPr lvl="1" rtl="0">
              <a:spcBef>
                <a:spcPts val="1000"/>
              </a:spcBef>
              <a:spcAft>
                <a:spcPts val="0"/>
              </a:spcAft>
              <a:buClr>
                <a:schemeClr val="accent5"/>
              </a:buClr>
              <a:buSzPts val="2000"/>
              <a:buNone/>
              <a:defRPr sz="2000">
                <a:solidFill>
                  <a:schemeClr val="accent5"/>
                </a:solidFill>
              </a:defRPr>
            </a:lvl2pPr>
            <a:lvl3pPr lvl="2" rtl="0">
              <a:spcBef>
                <a:spcPts val="1000"/>
              </a:spcBef>
              <a:spcAft>
                <a:spcPts val="0"/>
              </a:spcAft>
              <a:buClr>
                <a:schemeClr val="accent5"/>
              </a:buClr>
              <a:buSzPts val="2000"/>
              <a:buNone/>
              <a:defRPr sz="2000">
                <a:solidFill>
                  <a:schemeClr val="accent5"/>
                </a:solidFill>
              </a:defRPr>
            </a:lvl3pPr>
            <a:lvl4pPr lvl="3" rtl="0">
              <a:spcBef>
                <a:spcPts val="1000"/>
              </a:spcBef>
              <a:spcAft>
                <a:spcPts val="0"/>
              </a:spcAft>
              <a:buClr>
                <a:schemeClr val="accent5"/>
              </a:buClr>
              <a:buSzPts val="2000"/>
              <a:buNone/>
              <a:defRPr sz="2000">
                <a:solidFill>
                  <a:schemeClr val="accent5"/>
                </a:solidFill>
              </a:defRPr>
            </a:lvl4pPr>
            <a:lvl5pPr lvl="4" rtl="0">
              <a:spcBef>
                <a:spcPts val="1000"/>
              </a:spcBef>
              <a:spcAft>
                <a:spcPts val="0"/>
              </a:spcAft>
              <a:buClr>
                <a:schemeClr val="accent5"/>
              </a:buClr>
              <a:buSzPts val="2000"/>
              <a:buNone/>
              <a:defRPr sz="2000">
                <a:solidFill>
                  <a:schemeClr val="accent5"/>
                </a:solidFill>
              </a:defRPr>
            </a:lvl5pPr>
            <a:lvl6pPr lvl="5" rtl="0">
              <a:spcBef>
                <a:spcPts val="1000"/>
              </a:spcBef>
              <a:spcAft>
                <a:spcPts val="0"/>
              </a:spcAft>
              <a:buClr>
                <a:schemeClr val="accent5"/>
              </a:buClr>
              <a:buSzPts val="2000"/>
              <a:buNone/>
              <a:defRPr sz="2000">
                <a:solidFill>
                  <a:schemeClr val="accent5"/>
                </a:solidFill>
              </a:defRPr>
            </a:lvl6pPr>
            <a:lvl7pPr lvl="6" rtl="0">
              <a:spcBef>
                <a:spcPts val="1000"/>
              </a:spcBef>
              <a:spcAft>
                <a:spcPts val="0"/>
              </a:spcAft>
              <a:buClr>
                <a:schemeClr val="accent5"/>
              </a:buClr>
              <a:buSzPts val="2000"/>
              <a:buNone/>
              <a:defRPr sz="2000">
                <a:solidFill>
                  <a:schemeClr val="accent5"/>
                </a:solidFill>
              </a:defRPr>
            </a:lvl7pPr>
            <a:lvl8pPr lvl="7" rtl="0">
              <a:spcBef>
                <a:spcPts val="1000"/>
              </a:spcBef>
              <a:spcAft>
                <a:spcPts val="0"/>
              </a:spcAft>
              <a:buClr>
                <a:schemeClr val="accent5"/>
              </a:buClr>
              <a:buSzPts val="2000"/>
              <a:buNone/>
              <a:defRPr sz="2000">
                <a:solidFill>
                  <a:schemeClr val="accent5"/>
                </a:solidFill>
              </a:defRPr>
            </a:lvl8pPr>
            <a:lvl9pPr lvl="8" rtl="0">
              <a:spcBef>
                <a:spcPts val="1000"/>
              </a:spcBef>
              <a:spcAft>
                <a:spcPts val="1000"/>
              </a:spcAft>
              <a:buClr>
                <a:schemeClr val="accent5"/>
              </a:buClr>
              <a:buSzPts val="2000"/>
              <a:buNone/>
              <a:defRPr sz="2000">
                <a:solidFill>
                  <a:schemeClr val="accent5"/>
                </a:solidFill>
              </a:defRPr>
            </a:lvl9pPr>
          </a:lstStyle>
          <a:p>
            <a:endParaRPr/>
          </a:p>
        </p:txBody>
      </p:sp>
      <p:sp>
        <p:nvSpPr>
          <p:cNvPr id="41" name="Google Shape;41;p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42"/>
        <p:cNvGrpSpPr/>
        <p:nvPr/>
      </p:nvGrpSpPr>
      <p:grpSpPr>
        <a:xfrm>
          <a:off x="0" y="0"/>
          <a:ext cx="0" cy="0"/>
          <a:chOff x="0" y="0"/>
          <a:chExt cx="0" cy="0"/>
        </a:xfrm>
      </p:grpSpPr>
      <p:grpSp>
        <p:nvGrpSpPr>
          <p:cNvPr id="43" name="Google Shape;43;p4"/>
          <p:cNvGrpSpPr/>
          <p:nvPr/>
        </p:nvGrpSpPr>
        <p:grpSpPr>
          <a:xfrm>
            <a:off x="6946842" y="4472723"/>
            <a:ext cx="2202830" cy="670795"/>
            <a:chOff x="5575242" y="4472723"/>
            <a:chExt cx="2202830" cy="670795"/>
          </a:xfrm>
        </p:grpSpPr>
        <p:sp>
          <p:nvSpPr>
            <p:cNvPr id="44" name="Google Shape;44;p4"/>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 name="Google Shape;45;p4"/>
            <p:cNvGrpSpPr/>
            <p:nvPr/>
          </p:nvGrpSpPr>
          <p:grpSpPr>
            <a:xfrm flipH="1">
              <a:off x="5734850" y="4472723"/>
              <a:ext cx="2040837" cy="670795"/>
              <a:chOff x="1297954" y="330075"/>
              <a:chExt cx="5169293" cy="1699506"/>
            </a:xfrm>
          </p:grpSpPr>
          <p:sp>
            <p:nvSpPr>
              <p:cNvPr id="46" name="Google Shape;46;p4"/>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48;p4"/>
            <p:cNvGrpSpPr/>
            <p:nvPr/>
          </p:nvGrpSpPr>
          <p:grpSpPr>
            <a:xfrm flipH="1">
              <a:off x="5578209" y="4646738"/>
              <a:ext cx="2199863" cy="304563"/>
              <a:chOff x="-5827153" y="330075"/>
              <a:chExt cx="12276019" cy="1699569"/>
            </a:xfrm>
          </p:grpSpPr>
          <p:sp>
            <p:nvSpPr>
              <p:cNvPr id="49" name="Google Shape;49;p4"/>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1" name="Google Shape;51;p4"/>
          <p:cNvSpPr/>
          <p:nvPr/>
        </p:nvSpPr>
        <p:spPr>
          <a:xfrm>
            <a:off x="7544483" y="657775"/>
            <a:ext cx="1299300" cy="4329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52" name="Google Shape;52;p4"/>
          <p:cNvGrpSpPr/>
          <p:nvPr/>
        </p:nvGrpSpPr>
        <p:grpSpPr>
          <a:xfrm>
            <a:off x="0" y="-7088"/>
            <a:ext cx="8661398" cy="5150588"/>
            <a:chOff x="0" y="-7088"/>
            <a:chExt cx="8661398" cy="5150588"/>
          </a:xfrm>
        </p:grpSpPr>
        <p:sp>
          <p:nvSpPr>
            <p:cNvPr id="53" name="Google Shape;53;p4"/>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55" name="Google Shape;55;p4"/>
          <p:cNvGrpSpPr/>
          <p:nvPr/>
        </p:nvGrpSpPr>
        <p:grpSpPr>
          <a:xfrm rot="10800000" flipH="1">
            <a:off x="1" y="1090763"/>
            <a:ext cx="8847502" cy="2961975"/>
            <a:chOff x="-8178042" y="-4493254"/>
            <a:chExt cx="19483598" cy="6522736"/>
          </a:xfrm>
        </p:grpSpPr>
        <p:sp>
          <p:nvSpPr>
            <p:cNvPr id="56" name="Google Shape;56;p4"/>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57" name="Google Shape;57;p4"/>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sp>
        <p:nvSpPr>
          <p:cNvPr id="58" name="Google Shape;58;p4"/>
          <p:cNvSpPr txBox="1">
            <a:spLocks noGrp="1"/>
          </p:cNvSpPr>
          <p:nvPr>
            <p:ph type="body" idx="1"/>
          </p:nvPr>
        </p:nvSpPr>
        <p:spPr>
          <a:xfrm>
            <a:off x="829775" y="1202000"/>
            <a:ext cx="5090700" cy="2745000"/>
          </a:xfrm>
          <a:prstGeom prst="rect">
            <a:avLst/>
          </a:prstGeom>
        </p:spPr>
        <p:txBody>
          <a:bodyPr spcFirstLastPara="1" wrap="square" lIns="91425" tIns="91425" rIns="91425" bIns="91425" anchor="t" anchorCtr="0">
            <a:noAutofit/>
          </a:bodyPr>
          <a:lstStyle>
            <a:lvl1pPr marL="457200" lvl="0" indent="-419100" rtl="0">
              <a:spcBef>
                <a:spcPts val="600"/>
              </a:spcBef>
              <a:spcAft>
                <a:spcPts val="0"/>
              </a:spcAft>
              <a:buClr>
                <a:srgbClr val="FFFFFF"/>
              </a:buClr>
              <a:buSzPts val="3000"/>
              <a:buChar char="▰"/>
              <a:defRPr sz="3000" i="1">
                <a:solidFill>
                  <a:srgbClr val="FFFFFF"/>
                </a:solidFill>
              </a:defRPr>
            </a:lvl1pPr>
            <a:lvl2pPr marL="914400" lvl="1" indent="-419100" rtl="0">
              <a:spcBef>
                <a:spcPts val="480"/>
              </a:spcBef>
              <a:spcAft>
                <a:spcPts val="0"/>
              </a:spcAft>
              <a:buClr>
                <a:srgbClr val="FFFFFF"/>
              </a:buClr>
              <a:buSzPts val="3000"/>
              <a:buChar char="▻"/>
              <a:defRPr sz="3000" i="1">
                <a:solidFill>
                  <a:srgbClr val="FFFFFF"/>
                </a:solidFill>
              </a:defRPr>
            </a:lvl2pPr>
            <a:lvl3pPr marL="1371600" lvl="2" indent="-419100" rtl="0">
              <a:spcBef>
                <a:spcPts val="480"/>
              </a:spcBef>
              <a:spcAft>
                <a:spcPts val="0"/>
              </a:spcAft>
              <a:buClr>
                <a:srgbClr val="FFFFFF"/>
              </a:buClr>
              <a:buSzPts val="3000"/>
              <a:buChar char="▻"/>
              <a:defRPr sz="3000" i="1">
                <a:solidFill>
                  <a:srgbClr val="FFFFFF"/>
                </a:solidFill>
              </a:defRPr>
            </a:lvl3pPr>
            <a:lvl4pPr marL="1828800" lvl="3" indent="-419100" rtl="0">
              <a:spcBef>
                <a:spcPts val="360"/>
              </a:spcBef>
              <a:spcAft>
                <a:spcPts val="0"/>
              </a:spcAft>
              <a:buClr>
                <a:srgbClr val="FFFFFF"/>
              </a:buClr>
              <a:buSzPts val="3000"/>
              <a:buChar char="▻"/>
              <a:defRPr sz="3000" i="1">
                <a:solidFill>
                  <a:srgbClr val="FFFFFF"/>
                </a:solidFill>
              </a:defRPr>
            </a:lvl4pPr>
            <a:lvl5pPr marL="2286000" lvl="4" indent="-419100" rtl="0">
              <a:spcBef>
                <a:spcPts val="360"/>
              </a:spcBef>
              <a:spcAft>
                <a:spcPts val="0"/>
              </a:spcAft>
              <a:buClr>
                <a:srgbClr val="FFFFFF"/>
              </a:buClr>
              <a:buSzPts val="3000"/>
              <a:buChar char="▻"/>
              <a:defRPr sz="3000" i="1">
                <a:solidFill>
                  <a:srgbClr val="FFFFFF"/>
                </a:solidFill>
              </a:defRPr>
            </a:lvl5pPr>
            <a:lvl6pPr marL="2743200" lvl="5" indent="-419100" rtl="0">
              <a:spcBef>
                <a:spcPts val="360"/>
              </a:spcBef>
              <a:spcAft>
                <a:spcPts val="0"/>
              </a:spcAft>
              <a:buClr>
                <a:srgbClr val="FFFFFF"/>
              </a:buClr>
              <a:buSzPts val="3000"/>
              <a:buChar char="▻"/>
              <a:defRPr sz="3000" i="1">
                <a:solidFill>
                  <a:srgbClr val="FFFFFF"/>
                </a:solidFill>
              </a:defRPr>
            </a:lvl6pPr>
            <a:lvl7pPr marL="3200400" lvl="6" indent="-419100" rtl="0">
              <a:spcBef>
                <a:spcPts val="360"/>
              </a:spcBef>
              <a:spcAft>
                <a:spcPts val="0"/>
              </a:spcAft>
              <a:buClr>
                <a:srgbClr val="FFFFFF"/>
              </a:buClr>
              <a:buSzPts val="3000"/>
              <a:buChar char="▻"/>
              <a:defRPr sz="3000" i="1">
                <a:solidFill>
                  <a:srgbClr val="FFFFFF"/>
                </a:solidFill>
              </a:defRPr>
            </a:lvl7pPr>
            <a:lvl8pPr marL="3657600" lvl="7" indent="-419100" rtl="0">
              <a:spcBef>
                <a:spcPts val="360"/>
              </a:spcBef>
              <a:spcAft>
                <a:spcPts val="0"/>
              </a:spcAft>
              <a:buClr>
                <a:srgbClr val="FFFFFF"/>
              </a:buClr>
              <a:buSzPts val="3000"/>
              <a:buChar char="▻"/>
              <a:defRPr sz="3000" i="1">
                <a:solidFill>
                  <a:srgbClr val="FFFFFF"/>
                </a:solidFill>
              </a:defRPr>
            </a:lvl8pPr>
            <a:lvl9pPr marL="4114800" lvl="8" indent="-419100">
              <a:spcBef>
                <a:spcPts val="360"/>
              </a:spcBef>
              <a:spcAft>
                <a:spcPts val="0"/>
              </a:spcAft>
              <a:buClr>
                <a:srgbClr val="FFFFFF"/>
              </a:buClr>
              <a:buSzPts val="3000"/>
              <a:buChar char="▻"/>
              <a:defRPr sz="3000" i="1">
                <a:solidFill>
                  <a:srgbClr val="FFFFFF"/>
                </a:solidFill>
              </a:defRPr>
            </a:lvl9pPr>
          </a:lstStyle>
          <a:p>
            <a:endParaRPr/>
          </a:p>
        </p:txBody>
      </p:sp>
      <p:sp>
        <p:nvSpPr>
          <p:cNvPr id="59" name="Google Shape;59;p4"/>
          <p:cNvSpPr txBox="1"/>
          <p:nvPr/>
        </p:nvSpPr>
        <p:spPr>
          <a:xfrm>
            <a:off x="286600" y="1014575"/>
            <a:ext cx="676500" cy="6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ko" sz="7200" b="1">
                <a:solidFill>
                  <a:schemeClr val="accent5"/>
                </a:solidFill>
              </a:rPr>
              <a:t>“</a:t>
            </a:r>
            <a:endParaRPr sz="7200" b="1">
              <a:solidFill>
                <a:schemeClr val="accent5"/>
              </a:solidFill>
            </a:endParaRPr>
          </a:p>
        </p:txBody>
      </p:sp>
      <p:sp>
        <p:nvSpPr>
          <p:cNvPr id="60" name="Google Shape;60;p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1"/>
        <p:cNvGrpSpPr/>
        <p:nvPr/>
      </p:nvGrpSpPr>
      <p:grpSpPr>
        <a:xfrm>
          <a:off x="0" y="0"/>
          <a:ext cx="0" cy="0"/>
          <a:chOff x="0" y="0"/>
          <a:chExt cx="0" cy="0"/>
        </a:xfrm>
      </p:grpSpPr>
      <p:grpSp>
        <p:nvGrpSpPr>
          <p:cNvPr id="62" name="Google Shape;62;p5"/>
          <p:cNvGrpSpPr/>
          <p:nvPr/>
        </p:nvGrpSpPr>
        <p:grpSpPr>
          <a:xfrm>
            <a:off x="6946842" y="4472723"/>
            <a:ext cx="2202830" cy="670795"/>
            <a:chOff x="5575242" y="4472723"/>
            <a:chExt cx="2202830" cy="670795"/>
          </a:xfrm>
        </p:grpSpPr>
        <p:sp>
          <p:nvSpPr>
            <p:cNvPr id="63" name="Google Shape;63;p5"/>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 name="Google Shape;64;p5"/>
            <p:cNvGrpSpPr/>
            <p:nvPr/>
          </p:nvGrpSpPr>
          <p:grpSpPr>
            <a:xfrm flipH="1">
              <a:off x="5734850" y="4472723"/>
              <a:ext cx="2040837" cy="670795"/>
              <a:chOff x="1297954" y="330075"/>
              <a:chExt cx="5169293" cy="1699506"/>
            </a:xfrm>
          </p:grpSpPr>
          <p:sp>
            <p:nvSpPr>
              <p:cNvPr id="65" name="Google Shape;65;p5"/>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5"/>
            <p:cNvGrpSpPr/>
            <p:nvPr/>
          </p:nvGrpSpPr>
          <p:grpSpPr>
            <a:xfrm flipH="1">
              <a:off x="5578209" y="4646738"/>
              <a:ext cx="2199863" cy="304563"/>
              <a:chOff x="-5827153" y="330075"/>
              <a:chExt cx="12276019" cy="1699569"/>
            </a:xfrm>
          </p:grpSpPr>
          <p:sp>
            <p:nvSpPr>
              <p:cNvPr id="68" name="Google Shape;68;p5"/>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0" name="Google Shape;70;p5"/>
          <p:cNvGrpSpPr/>
          <p:nvPr/>
        </p:nvGrpSpPr>
        <p:grpSpPr>
          <a:xfrm>
            <a:off x="-4" y="40"/>
            <a:ext cx="7072430" cy="1327315"/>
            <a:chOff x="-4" y="40"/>
            <a:chExt cx="7072430" cy="1327315"/>
          </a:xfrm>
        </p:grpSpPr>
        <p:sp>
          <p:nvSpPr>
            <p:cNvPr id="71" name="Google Shape;71;p5"/>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72" name="Google Shape;72;p5"/>
            <p:cNvGrpSpPr/>
            <p:nvPr/>
          </p:nvGrpSpPr>
          <p:grpSpPr>
            <a:xfrm rot="10800000" flipH="1">
              <a:off x="3" y="40"/>
              <a:ext cx="6756168" cy="1327315"/>
              <a:chOff x="-2168138" y="330075"/>
              <a:chExt cx="8650663" cy="1699506"/>
            </a:xfrm>
          </p:grpSpPr>
          <p:sp>
            <p:nvSpPr>
              <p:cNvPr id="73" name="Google Shape;73;p5"/>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74" name="Google Shape;74;p5"/>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75" name="Google Shape;75;p5"/>
            <p:cNvGrpSpPr/>
            <p:nvPr/>
          </p:nvGrpSpPr>
          <p:grpSpPr>
            <a:xfrm rot="10800000" flipH="1">
              <a:off x="-4" y="381007"/>
              <a:ext cx="7072430" cy="771744"/>
              <a:chOff x="-9092084" y="330075"/>
              <a:chExt cx="15574609" cy="1699501"/>
            </a:xfrm>
          </p:grpSpPr>
          <p:sp>
            <p:nvSpPr>
              <p:cNvPr id="76" name="Google Shape;76;p5"/>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77" name="Google Shape;77;p5"/>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noAutofit/>
          </a:bodyPr>
          <a:lstStyle>
            <a:lvl1pPr marL="457200" lvl="0" indent="-381000">
              <a:spcBef>
                <a:spcPts val="600"/>
              </a:spcBef>
              <a:spcAft>
                <a:spcPts val="0"/>
              </a:spcAft>
              <a:buSzPts val="2400"/>
              <a:buChar char="▰"/>
              <a:defRPr/>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1"/>
        <p:cNvGrpSpPr/>
        <p:nvPr/>
      </p:nvGrpSpPr>
      <p:grpSpPr>
        <a:xfrm>
          <a:off x="0" y="0"/>
          <a:ext cx="0" cy="0"/>
          <a:chOff x="0" y="0"/>
          <a:chExt cx="0" cy="0"/>
        </a:xfrm>
      </p:grpSpPr>
      <p:grpSp>
        <p:nvGrpSpPr>
          <p:cNvPr id="82" name="Google Shape;82;p6"/>
          <p:cNvGrpSpPr/>
          <p:nvPr/>
        </p:nvGrpSpPr>
        <p:grpSpPr>
          <a:xfrm>
            <a:off x="-4" y="40"/>
            <a:ext cx="7072430" cy="1327315"/>
            <a:chOff x="-4" y="40"/>
            <a:chExt cx="7072430" cy="1327315"/>
          </a:xfrm>
        </p:grpSpPr>
        <p:sp>
          <p:nvSpPr>
            <p:cNvPr id="8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6"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9"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90" name="Google Shape;90;p6"/>
          <p:cNvGrpSpPr/>
          <p:nvPr/>
        </p:nvGrpSpPr>
        <p:grpSpPr>
          <a:xfrm>
            <a:off x="6946842" y="4472723"/>
            <a:ext cx="2202830" cy="670795"/>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 name="Google Shape;98;p6"/>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814275"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0" name="Google Shape;100;p6"/>
          <p:cNvSpPr txBox="1">
            <a:spLocks noGrp="1"/>
          </p:cNvSpPr>
          <p:nvPr>
            <p:ph type="body" idx="2"/>
          </p:nvPr>
        </p:nvSpPr>
        <p:spPr>
          <a:xfrm>
            <a:off x="4396123"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1" name="Google Shape;101;p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102"/>
        <p:cNvGrpSpPr/>
        <p:nvPr/>
      </p:nvGrpSpPr>
      <p:grpSpPr>
        <a:xfrm>
          <a:off x="0" y="0"/>
          <a:ext cx="0" cy="0"/>
          <a:chOff x="0" y="0"/>
          <a:chExt cx="0" cy="0"/>
        </a:xfrm>
      </p:grpSpPr>
      <p:grpSp>
        <p:nvGrpSpPr>
          <p:cNvPr id="103" name="Google Shape;103;p7"/>
          <p:cNvGrpSpPr/>
          <p:nvPr/>
        </p:nvGrpSpPr>
        <p:grpSpPr>
          <a:xfrm>
            <a:off x="-4" y="40"/>
            <a:ext cx="7072430" cy="1327315"/>
            <a:chOff x="-4" y="40"/>
            <a:chExt cx="7072430" cy="1327315"/>
          </a:xfrm>
        </p:grpSpPr>
        <p:sp>
          <p:nvSpPr>
            <p:cNvPr id="104" name="Google Shape;104;p7"/>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05" name="Google Shape;105;p7"/>
            <p:cNvGrpSpPr/>
            <p:nvPr/>
          </p:nvGrpSpPr>
          <p:grpSpPr>
            <a:xfrm rot="10800000" flipH="1">
              <a:off x="3" y="40"/>
              <a:ext cx="6756168" cy="1327315"/>
              <a:chOff x="-2168138" y="330075"/>
              <a:chExt cx="8650663" cy="1699506"/>
            </a:xfrm>
          </p:grpSpPr>
          <p:sp>
            <p:nvSpPr>
              <p:cNvPr id="106" name="Google Shape;106;p7"/>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07" name="Google Shape;107;p7"/>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08" name="Google Shape;108;p7"/>
            <p:cNvGrpSpPr/>
            <p:nvPr/>
          </p:nvGrpSpPr>
          <p:grpSpPr>
            <a:xfrm rot="10800000" flipH="1">
              <a:off x="-4" y="381007"/>
              <a:ext cx="7072430" cy="771744"/>
              <a:chOff x="-9092084" y="330075"/>
              <a:chExt cx="15574609" cy="1699501"/>
            </a:xfrm>
          </p:grpSpPr>
          <p:sp>
            <p:nvSpPr>
              <p:cNvPr id="109" name="Google Shape;109;p7"/>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10" name="Google Shape;110;p7"/>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111" name="Google Shape;111;p7"/>
          <p:cNvGrpSpPr/>
          <p:nvPr/>
        </p:nvGrpSpPr>
        <p:grpSpPr>
          <a:xfrm>
            <a:off x="6946842" y="4472723"/>
            <a:ext cx="2202830" cy="670795"/>
            <a:chOff x="5575242" y="4472723"/>
            <a:chExt cx="2202830" cy="670795"/>
          </a:xfrm>
        </p:grpSpPr>
        <p:sp>
          <p:nvSpPr>
            <p:cNvPr id="112" name="Google Shape;112;p7"/>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7"/>
            <p:cNvGrpSpPr/>
            <p:nvPr/>
          </p:nvGrpSpPr>
          <p:grpSpPr>
            <a:xfrm flipH="1">
              <a:off x="5734850" y="4472723"/>
              <a:ext cx="2040837" cy="670795"/>
              <a:chOff x="1297954" y="330075"/>
              <a:chExt cx="5169293" cy="1699506"/>
            </a:xfrm>
          </p:grpSpPr>
          <p:sp>
            <p:nvSpPr>
              <p:cNvPr id="114" name="Google Shape;114;p7"/>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7"/>
            <p:cNvGrpSpPr/>
            <p:nvPr/>
          </p:nvGrpSpPr>
          <p:grpSpPr>
            <a:xfrm flipH="1">
              <a:off x="5578209" y="4646738"/>
              <a:ext cx="2199863" cy="304563"/>
              <a:chOff x="-5827153" y="330075"/>
              <a:chExt cx="12276019" cy="1699569"/>
            </a:xfrm>
          </p:grpSpPr>
          <p:sp>
            <p:nvSpPr>
              <p:cNvPr id="117" name="Google Shape;117;p7"/>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9" name="Google Shape;119;p7"/>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
        <p:nvSpPr>
          <p:cNvPr id="120" name="Google Shape;120;p7"/>
          <p:cNvSpPr txBox="1">
            <a:spLocks noGrp="1"/>
          </p:cNvSpPr>
          <p:nvPr>
            <p:ph type="body" idx="1"/>
          </p:nvPr>
        </p:nvSpPr>
        <p:spPr>
          <a:xfrm>
            <a:off x="870450" y="1545076"/>
            <a:ext cx="2247900" cy="27099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1000"/>
              </a:spcBef>
              <a:spcAft>
                <a:spcPts val="0"/>
              </a:spcAft>
              <a:buSzPts val="1800"/>
              <a:buChar char="▻"/>
              <a:defRPr sz="1800"/>
            </a:lvl2pPr>
            <a:lvl3pPr marL="1371600" lvl="2" indent="-342900" rtl="0">
              <a:spcBef>
                <a:spcPts val="1000"/>
              </a:spcBef>
              <a:spcAft>
                <a:spcPts val="0"/>
              </a:spcAft>
              <a:buSzPts val="1800"/>
              <a:buChar char="▻"/>
              <a:defRPr sz="1800"/>
            </a:lvl3pPr>
            <a:lvl4pPr marL="1828800" lvl="3" indent="-342900" rtl="0">
              <a:spcBef>
                <a:spcPts val="1000"/>
              </a:spcBef>
              <a:spcAft>
                <a:spcPts val="0"/>
              </a:spcAft>
              <a:buSzPts val="1800"/>
              <a:buChar char="▻"/>
              <a:defRPr sz="1800"/>
            </a:lvl4pPr>
            <a:lvl5pPr marL="2286000" lvl="4" indent="-342900" rtl="0">
              <a:spcBef>
                <a:spcPts val="1000"/>
              </a:spcBef>
              <a:spcAft>
                <a:spcPts val="0"/>
              </a:spcAft>
              <a:buSzPts val="1800"/>
              <a:buChar char="▻"/>
              <a:defRPr sz="1800"/>
            </a:lvl5pPr>
            <a:lvl6pPr marL="2743200" lvl="5" indent="-342900" rtl="0">
              <a:spcBef>
                <a:spcPts val="1000"/>
              </a:spcBef>
              <a:spcAft>
                <a:spcPts val="0"/>
              </a:spcAft>
              <a:buSzPts val="1800"/>
              <a:buChar char="▻"/>
              <a:defRPr sz="1800"/>
            </a:lvl6pPr>
            <a:lvl7pPr marL="3200400" lvl="6" indent="-342900" rtl="0">
              <a:spcBef>
                <a:spcPts val="1000"/>
              </a:spcBef>
              <a:spcAft>
                <a:spcPts val="0"/>
              </a:spcAft>
              <a:buSzPts val="1800"/>
              <a:buChar char="▻"/>
              <a:defRPr sz="1800"/>
            </a:lvl7pPr>
            <a:lvl8pPr marL="3657600" lvl="7" indent="-342900" rtl="0">
              <a:spcBef>
                <a:spcPts val="1000"/>
              </a:spcBef>
              <a:spcAft>
                <a:spcPts val="0"/>
              </a:spcAft>
              <a:buSzPts val="1800"/>
              <a:buChar char="▻"/>
              <a:defRPr sz="1800"/>
            </a:lvl8pPr>
            <a:lvl9pPr marL="4114800" lvl="8" indent="-342900" rtl="0">
              <a:spcBef>
                <a:spcPts val="1000"/>
              </a:spcBef>
              <a:spcAft>
                <a:spcPts val="1000"/>
              </a:spcAft>
              <a:buSzPts val="1800"/>
              <a:buChar char="▻"/>
              <a:defRPr sz="1800"/>
            </a:lvl9pPr>
          </a:lstStyle>
          <a:p>
            <a:endParaRPr/>
          </a:p>
        </p:txBody>
      </p:sp>
      <p:sp>
        <p:nvSpPr>
          <p:cNvPr id="121" name="Google Shape;121;p7"/>
          <p:cNvSpPr txBox="1">
            <a:spLocks noGrp="1"/>
          </p:cNvSpPr>
          <p:nvPr>
            <p:ph type="body" idx="2"/>
          </p:nvPr>
        </p:nvSpPr>
        <p:spPr>
          <a:xfrm>
            <a:off x="3233637" y="1545076"/>
            <a:ext cx="2247900" cy="27099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1000"/>
              </a:spcBef>
              <a:spcAft>
                <a:spcPts val="0"/>
              </a:spcAft>
              <a:buSzPts val="1800"/>
              <a:buChar char="▻"/>
              <a:defRPr sz="1800"/>
            </a:lvl2pPr>
            <a:lvl3pPr marL="1371600" lvl="2" indent="-342900" rtl="0">
              <a:spcBef>
                <a:spcPts val="1000"/>
              </a:spcBef>
              <a:spcAft>
                <a:spcPts val="0"/>
              </a:spcAft>
              <a:buSzPts val="1800"/>
              <a:buChar char="▻"/>
              <a:defRPr sz="1800"/>
            </a:lvl3pPr>
            <a:lvl4pPr marL="1828800" lvl="3" indent="-342900" rtl="0">
              <a:spcBef>
                <a:spcPts val="1000"/>
              </a:spcBef>
              <a:spcAft>
                <a:spcPts val="0"/>
              </a:spcAft>
              <a:buSzPts val="1800"/>
              <a:buChar char="▻"/>
              <a:defRPr sz="1800"/>
            </a:lvl4pPr>
            <a:lvl5pPr marL="2286000" lvl="4" indent="-342900" rtl="0">
              <a:spcBef>
                <a:spcPts val="1000"/>
              </a:spcBef>
              <a:spcAft>
                <a:spcPts val="0"/>
              </a:spcAft>
              <a:buSzPts val="1800"/>
              <a:buChar char="▻"/>
              <a:defRPr sz="1800"/>
            </a:lvl5pPr>
            <a:lvl6pPr marL="2743200" lvl="5" indent="-342900" rtl="0">
              <a:spcBef>
                <a:spcPts val="1000"/>
              </a:spcBef>
              <a:spcAft>
                <a:spcPts val="0"/>
              </a:spcAft>
              <a:buSzPts val="1800"/>
              <a:buChar char="▻"/>
              <a:defRPr sz="1800"/>
            </a:lvl6pPr>
            <a:lvl7pPr marL="3200400" lvl="6" indent="-342900" rtl="0">
              <a:spcBef>
                <a:spcPts val="1000"/>
              </a:spcBef>
              <a:spcAft>
                <a:spcPts val="0"/>
              </a:spcAft>
              <a:buSzPts val="1800"/>
              <a:buChar char="▻"/>
              <a:defRPr sz="1800"/>
            </a:lvl7pPr>
            <a:lvl8pPr marL="3657600" lvl="7" indent="-342900" rtl="0">
              <a:spcBef>
                <a:spcPts val="1000"/>
              </a:spcBef>
              <a:spcAft>
                <a:spcPts val="0"/>
              </a:spcAft>
              <a:buSzPts val="1800"/>
              <a:buChar char="▻"/>
              <a:defRPr sz="1800"/>
            </a:lvl8pPr>
            <a:lvl9pPr marL="4114800" lvl="8" indent="-342900" rtl="0">
              <a:spcBef>
                <a:spcPts val="1000"/>
              </a:spcBef>
              <a:spcAft>
                <a:spcPts val="1000"/>
              </a:spcAft>
              <a:buSzPts val="1800"/>
              <a:buChar char="▻"/>
              <a:defRPr sz="1800"/>
            </a:lvl9pPr>
          </a:lstStyle>
          <a:p>
            <a:endParaRPr/>
          </a:p>
        </p:txBody>
      </p:sp>
      <p:sp>
        <p:nvSpPr>
          <p:cNvPr id="122" name="Google Shape;122;p7"/>
          <p:cNvSpPr txBox="1">
            <a:spLocks noGrp="1"/>
          </p:cNvSpPr>
          <p:nvPr>
            <p:ph type="body" idx="3"/>
          </p:nvPr>
        </p:nvSpPr>
        <p:spPr>
          <a:xfrm>
            <a:off x="5540650" y="1545076"/>
            <a:ext cx="2247900" cy="27099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1000"/>
              </a:spcBef>
              <a:spcAft>
                <a:spcPts val="0"/>
              </a:spcAft>
              <a:buSzPts val="1800"/>
              <a:buChar char="▻"/>
              <a:defRPr sz="1800"/>
            </a:lvl2pPr>
            <a:lvl3pPr marL="1371600" lvl="2" indent="-342900" rtl="0">
              <a:spcBef>
                <a:spcPts val="1000"/>
              </a:spcBef>
              <a:spcAft>
                <a:spcPts val="0"/>
              </a:spcAft>
              <a:buSzPts val="1800"/>
              <a:buChar char="▻"/>
              <a:defRPr sz="1800"/>
            </a:lvl3pPr>
            <a:lvl4pPr marL="1828800" lvl="3" indent="-342900" rtl="0">
              <a:spcBef>
                <a:spcPts val="1000"/>
              </a:spcBef>
              <a:spcAft>
                <a:spcPts val="0"/>
              </a:spcAft>
              <a:buSzPts val="1800"/>
              <a:buChar char="▻"/>
              <a:defRPr sz="1800"/>
            </a:lvl4pPr>
            <a:lvl5pPr marL="2286000" lvl="4" indent="-342900" rtl="0">
              <a:spcBef>
                <a:spcPts val="1000"/>
              </a:spcBef>
              <a:spcAft>
                <a:spcPts val="0"/>
              </a:spcAft>
              <a:buSzPts val="1800"/>
              <a:buChar char="▻"/>
              <a:defRPr sz="1800"/>
            </a:lvl5pPr>
            <a:lvl6pPr marL="2743200" lvl="5" indent="-342900" rtl="0">
              <a:spcBef>
                <a:spcPts val="1000"/>
              </a:spcBef>
              <a:spcAft>
                <a:spcPts val="0"/>
              </a:spcAft>
              <a:buSzPts val="1800"/>
              <a:buChar char="▻"/>
              <a:defRPr sz="1800"/>
            </a:lvl6pPr>
            <a:lvl7pPr marL="3200400" lvl="6" indent="-342900" rtl="0">
              <a:spcBef>
                <a:spcPts val="1000"/>
              </a:spcBef>
              <a:spcAft>
                <a:spcPts val="0"/>
              </a:spcAft>
              <a:buSzPts val="1800"/>
              <a:buChar char="▻"/>
              <a:defRPr sz="1800"/>
            </a:lvl7pPr>
            <a:lvl8pPr marL="3657600" lvl="7" indent="-342900" rtl="0">
              <a:spcBef>
                <a:spcPts val="1000"/>
              </a:spcBef>
              <a:spcAft>
                <a:spcPts val="0"/>
              </a:spcAft>
              <a:buSzPts val="1800"/>
              <a:buChar char="▻"/>
              <a:defRPr sz="1800"/>
            </a:lvl8pPr>
            <a:lvl9pPr marL="4114800" lvl="8" indent="-342900" rtl="0">
              <a:spcBef>
                <a:spcPts val="1000"/>
              </a:spcBef>
              <a:spcAft>
                <a:spcPts val="1000"/>
              </a:spcAft>
              <a:buSzPts val="1800"/>
              <a:buChar char="▻"/>
              <a:defRPr sz="1800"/>
            </a:lvl9pPr>
          </a:lstStyle>
          <a:p>
            <a:endParaRPr/>
          </a:p>
        </p:txBody>
      </p:sp>
      <p:sp>
        <p:nvSpPr>
          <p:cNvPr id="123" name="Google Shape;123;p7"/>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grpSp>
        <p:nvGrpSpPr>
          <p:cNvPr id="125" name="Google Shape;125;p8"/>
          <p:cNvGrpSpPr/>
          <p:nvPr/>
        </p:nvGrpSpPr>
        <p:grpSpPr>
          <a:xfrm>
            <a:off x="-4" y="40"/>
            <a:ext cx="7072430" cy="1327315"/>
            <a:chOff x="-4" y="40"/>
            <a:chExt cx="7072430" cy="1327315"/>
          </a:xfrm>
        </p:grpSpPr>
        <p:sp>
          <p:nvSpPr>
            <p:cNvPr id="126" name="Google Shape;126;p8"/>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27" name="Google Shape;127;p8"/>
            <p:cNvGrpSpPr/>
            <p:nvPr/>
          </p:nvGrpSpPr>
          <p:grpSpPr>
            <a:xfrm rot="10800000" flipH="1">
              <a:off x="3" y="40"/>
              <a:ext cx="6756168" cy="1327315"/>
              <a:chOff x="-2168138" y="330075"/>
              <a:chExt cx="8650663" cy="1699506"/>
            </a:xfrm>
          </p:grpSpPr>
          <p:sp>
            <p:nvSpPr>
              <p:cNvPr id="128" name="Google Shape;128;p8"/>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29" name="Google Shape;129;p8"/>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30" name="Google Shape;130;p8"/>
            <p:cNvGrpSpPr/>
            <p:nvPr/>
          </p:nvGrpSpPr>
          <p:grpSpPr>
            <a:xfrm rot="10800000" flipH="1">
              <a:off x="-4" y="381007"/>
              <a:ext cx="7072430" cy="771744"/>
              <a:chOff x="-9092084" y="330075"/>
              <a:chExt cx="15574609" cy="1699501"/>
            </a:xfrm>
          </p:grpSpPr>
          <p:sp>
            <p:nvSpPr>
              <p:cNvPr id="131" name="Google Shape;131;p8"/>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32" name="Google Shape;132;p8"/>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133" name="Google Shape;133;p8"/>
          <p:cNvGrpSpPr/>
          <p:nvPr/>
        </p:nvGrpSpPr>
        <p:grpSpPr>
          <a:xfrm>
            <a:off x="6946842" y="4472723"/>
            <a:ext cx="2202830" cy="670795"/>
            <a:chOff x="5575242" y="4472723"/>
            <a:chExt cx="2202830" cy="670795"/>
          </a:xfrm>
        </p:grpSpPr>
        <p:sp>
          <p:nvSpPr>
            <p:cNvPr id="134" name="Google Shape;134;p8"/>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 name="Google Shape;135;p8"/>
            <p:cNvGrpSpPr/>
            <p:nvPr/>
          </p:nvGrpSpPr>
          <p:grpSpPr>
            <a:xfrm flipH="1">
              <a:off x="5734850" y="4472723"/>
              <a:ext cx="2040837" cy="670795"/>
              <a:chOff x="1297954" y="330075"/>
              <a:chExt cx="5169293" cy="1699506"/>
            </a:xfrm>
          </p:grpSpPr>
          <p:sp>
            <p:nvSpPr>
              <p:cNvPr id="136" name="Google Shape;136;p8"/>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 name="Google Shape;138;p8"/>
            <p:cNvGrpSpPr/>
            <p:nvPr/>
          </p:nvGrpSpPr>
          <p:grpSpPr>
            <a:xfrm flipH="1">
              <a:off x="5578209" y="4646738"/>
              <a:ext cx="2199863" cy="304563"/>
              <a:chOff x="-5827153" y="330075"/>
              <a:chExt cx="12276019" cy="1699569"/>
            </a:xfrm>
          </p:grpSpPr>
          <p:sp>
            <p:nvSpPr>
              <p:cNvPr id="139" name="Google Shape;139;p8"/>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1" name="Google Shape;141;p8"/>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42" name="Google Shape;142;p8"/>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3"/>
        <p:cNvGrpSpPr/>
        <p:nvPr/>
      </p:nvGrpSpPr>
      <p:grpSpPr>
        <a:xfrm>
          <a:off x="0" y="0"/>
          <a:ext cx="0" cy="0"/>
          <a:chOff x="0" y="0"/>
          <a:chExt cx="0" cy="0"/>
        </a:xfrm>
      </p:grpSpPr>
      <p:grpSp>
        <p:nvGrpSpPr>
          <p:cNvPr id="144" name="Google Shape;144;p9"/>
          <p:cNvGrpSpPr/>
          <p:nvPr/>
        </p:nvGrpSpPr>
        <p:grpSpPr>
          <a:xfrm>
            <a:off x="2466138" y="4472723"/>
            <a:ext cx="6686825" cy="670795"/>
            <a:chOff x="5589288" y="4472723"/>
            <a:chExt cx="6686825" cy="670795"/>
          </a:xfrm>
        </p:grpSpPr>
        <p:sp>
          <p:nvSpPr>
            <p:cNvPr id="145" name="Google Shape;145;p9"/>
            <p:cNvSpPr/>
            <p:nvPr/>
          </p:nvSpPr>
          <p:spPr>
            <a:xfrm rot="10800000">
              <a:off x="5589288"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 name="Google Shape;146;p9"/>
            <p:cNvGrpSpPr/>
            <p:nvPr/>
          </p:nvGrpSpPr>
          <p:grpSpPr>
            <a:xfrm flipH="1">
              <a:off x="5748896" y="4472723"/>
              <a:ext cx="6527217" cy="670795"/>
              <a:chOff x="-10101302" y="330075"/>
              <a:chExt cx="16532971" cy="1699506"/>
            </a:xfrm>
          </p:grpSpPr>
          <p:sp>
            <p:nvSpPr>
              <p:cNvPr id="147" name="Google Shape;147;p9"/>
              <p:cNvSpPr/>
              <p:nvPr/>
            </p:nvSpPr>
            <p:spPr>
              <a:xfrm>
                <a:off x="-10101302" y="330081"/>
                <a:ext cx="148464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9"/>
              <p:cNvSpPr/>
              <p:nvPr/>
            </p:nvSpPr>
            <p:spPr>
              <a:xfrm>
                <a:off x="4732169"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 name="Google Shape;149;p9"/>
            <p:cNvGrpSpPr/>
            <p:nvPr/>
          </p:nvGrpSpPr>
          <p:grpSpPr>
            <a:xfrm flipH="1">
              <a:off x="5592255" y="4646738"/>
              <a:ext cx="6682918" cy="304563"/>
              <a:chOff x="-30922586" y="330075"/>
              <a:chExt cx="37293070" cy="1699569"/>
            </a:xfrm>
          </p:grpSpPr>
          <p:sp>
            <p:nvSpPr>
              <p:cNvPr id="150" name="Google Shape;150;p9"/>
              <p:cNvSpPr/>
              <p:nvPr/>
            </p:nvSpPr>
            <p:spPr>
              <a:xfrm>
                <a:off x="-30922586" y="330144"/>
                <a:ext cx="355881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9"/>
              <p:cNvSpPr/>
              <p:nvPr/>
            </p:nvSpPr>
            <p:spPr>
              <a:xfrm>
                <a:off x="4670984"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2" name="Google Shape;152;p9"/>
          <p:cNvSpPr txBox="1">
            <a:spLocks noGrp="1"/>
          </p:cNvSpPr>
          <p:nvPr>
            <p:ph type="body" idx="1"/>
          </p:nvPr>
        </p:nvSpPr>
        <p:spPr>
          <a:xfrm>
            <a:off x="2682800" y="4636500"/>
            <a:ext cx="6004200" cy="3156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300"/>
              <a:buNone/>
              <a:defRPr sz="1300"/>
            </a:lvl1pPr>
          </a:lstStyle>
          <a:p>
            <a:endParaRPr/>
          </a:p>
        </p:txBody>
      </p:sp>
      <p:sp>
        <p:nvSpPr>
          <p:cNvPr id="153" name="Google Shape;153;p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grpSp>
        <p:nvGrpSpPr>
          <p:cNvPr id="154" name="Google Shape;154;p9"/>
          <p:cNvGrpSpPr/>
          <p:nvPr/>
        </p:nvGrpSpPr>
        <p:grpSpPr>
          <a:xfrm rot="10800000">
            <a:off x="-8" y="-2"/>
            <a:ext cx="2202830" cy="670795"/>
            <a:chOff x="5575242" y="4472723"/>
            <a:chExt cx="2202830" cy="670795"/>
          </a:xfrm>
        </p:grpSpPr>
        <p:sp>
          <p:nvSpPr>
            <p:cNvPr id="155" name="Google Shape;155;p9"/>
            <p:cNvSpPr/>
            <p:nvPr/>
          </p:nvSpPr>
          <p:spPr>
            <a:xfrm rot="10800000">
              <a:off x="5575242" y="4948334"/>
              <a:ext cx="394200" cy="1314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 name="Google Shape;156;p9"/>
            <p:cNvGrpSpPr/>
            <p:nvPr/>
          </p:nvGrpSpPr>
          <p:grpSpPr>
            <a:xfrm flipH="1">
              <a:off x="5734850" y="4472723"/>
              <a:ext cx="2040837" cy="670795"/>
              <a:chOff x="1297954" y="330075"/>
              <a:chExt cx="5169293" cy="1699506"/>
            </a:xfrm>
          </p:grpSpPr>
          <p:sp>
            <p:nvSpPr>
              <p:cNvPr id="157" name="Google Shape;157;p9"/>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9"/>
            <p:cNvGrpSpPr/>
            <p:nvPr/>
          </p:nvGrpSpPr>
          <p:grpSpPr>
            <a:xfrm flipH="1">
              <a:off x="5578209" y="4646738"/>
              <a:ext cx="2199863" cy="304563"/>
              <a:chOff x="-5827153" y="330075"/>
              <a:chExt cx="12276019" cy="1699569"/>
            </a:xfrm>
          </p:grpSpPr>
          <p:sp>
            <p:nvSpPr>
              <p:cNvPr id="160" name="Google Shape;160;p9"/>
              <p:cNvSpPr/>
              <p:nvPr/>
            </p:nvSpPr>
            <p:spPr>
              <a:xfrm>
                <a:off x="-5827153" y="330144"/>
                <a:ext cx="1061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p:nvPr/>
            </p:nvSpPr>
            <p:spPr>
              <a:xfrm>
                <a:off x="4749366"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2"/>
        <p:cNvGrpSpPr/>
        <p:nvPr/>
      </p:nvGrpSpPr>
      <p:grpSpPr>
        <a:xfrm>
          <a:off x="0" y="0"/>
          <a:ext cx="0" cy="0"/>
          <a:chOff x="0" y="0"/>
          <a:chExt cx="0" cy="0"/>
        </a:xfrm>
      </p:grpSpPr>
      <p:grpSp>
        <p:nvGrpSpPr>
          <p:cNvPr id="163" name="Google Shape;163;p10"/>
          <p:cNvGrpSpPr/>
          <p:nvPr/>
        </p:nvGrpSpPr>
        <p:grpSpPr>
          <a:xfrm rot="10800000">
            <a:off x="-8" y="-2"/>
            <a:ext cx="2202830" cy="670795"/>
            <a:chOff x="5575242" y="4472723"/>
            <a:chExt cx="2202830" cy="670795"/>
          </a:xfrm>
        </p:grpSpPr>
        <p:sp>
          <p:nvSpPr>
            <p:cNvPr id="164" name="Google Shape;164;p10"/>
            <p:cNvSpPr/>
            <p:nvPr/>
          </p:nvSpPr>
          <p:spPr>
            <a:xfrm rot="10800000">
              <a:off x="5575242" y="4948334"/>
              <a:ext cx="394200" cy="1314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 name="Google Shape;165;p10"/>
            <p:cNvGrpSpPr/>
            <p:nvPr/>
          </p:nvGrpSpPr>
          <p:grpSpPr>
            <a:xfrm flipH="1">
              <a:off x="5734850" y="4472723"/>
              <a:ext cx="2040837" cy="670795"/>
              <a:chOff x="1297954" y="330075"/>
              <a:chExt cx="5169293" cy="1699506"/>
            </a:xfrm>
          </p:grpSpPr>
          <p:sp>
            <p:nvSpPr>
              <p:cNvPr id="166" name="Google Shape;166;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10"/>
            <p:cNvGrpSpPr/>
            <p:nvPr/>
          </p:nvGrpSpPr>
          <p:grpSpPr>
            <a:xfrm flipH="1">
              <a:off x="5578209" y="4646738"/>
              <a:ext cx="2199863" cy="304563"/>
              <a:chOff x="-5827153" y="330075"/>
              <a:chExt cx="12276019" cy="1699569"/>
            </a:xfrm>
          </p:grpSpPr>
          <p:sp>
            <p:nvSpPr>
              <p:cNvPr id="169" name="Google Shape;169;p10"/>
              <p:cNvSpPr/>
              <p:nvPr/>
            </p:nvSpPr>
            <p:spPr>
              <a:xfrm>
                <a:off x="-5827153" y="330144"/>
                <a:ext cx="1061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0"/>
              <p:cNvSpPr/>
              <p:nvPr/>
            </p:nvSpPr>
            <p:spPr>
              <a:xfrm>
                <a:off x="4749366"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 name="Google Shape;171;p10"/>
          <p:cNvGrpSpPr/>
          <p:nvPr/>
        </p:nvGrpSpPr>
        <p:grpSpPr>
          <a:xfrm>
            <a:off x="6946842" y="4472723"/>
            <a:ext cx="2202830" cy="670795"/>
            <a:chOff x="5575242" y="4472723"/>
            <a:chExt cx="2202830" cy="670795"/>
          </a:xfrm>
        </p:grpSpPr>
        <p:sp>
          <p:nvSpPr>
            <p:cNvPr id="172" name="Google Shape;172;p10"/>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 name="Google Shape;173;p10"/>
            <p:cNvGrpSpPr/>
            <p:nvPr/>
          </p:nvGrpSpPr>
          <p:grpSpPr>
            <a:xfrm flipH="1">
              <a:off x="5734850" y="4472723"/>
              <a:ext cx="2040837" cy="670795"/>
              <a:chOff x="1297954" y="330075"/>
              <a:chExt cx="5169293" cy="1699506"/>
            </a:xfrm>
          </p:grpSpPr>
          <p:sp>
            <p:nvSpPr>
              <p:cNvPr id="174" name="Google Shape;174;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 name="Google Shape;176;p10"/>
            <p:cNvGrpSpPr/>
            <p:nvPr/>
          </p:nvGrpSpPr>
          <p:grpSpPr>
            <a:xfrm flipH="1">
              <a:off x="5578209" y="4646738"/>
              <a:ext cx="2199863" cy="304563"/>
              <a:chOff x="-5827153" y="330075"/>
              <a:chExt cx="12276019" cy="1699569"/>
            </a:xfrm>
          </p:grpSpPr>
          <p:sp>
            <p:nvSpPr>
              <p:cNvPr id="177" name="Google Shape;177;p10"/>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0"/>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9" name="Google Shape;179;p10"/>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80"/>
        <p:cNvGrpSpPr/>
        <p:nvPr/>
      </p:nvGrpSpPr>
      <p:grpSpPr>
        <a:xfrm>
          <a:off x="0" y="0"/>
          <a:ext cx="0" cy="0"/>
          <a:chOff x="0" y="0"/>
          <a:chExt cx="0" cy="0"/>
        </a:xfrm>
      </p:grpSpPr>
      <p:sp>
        <p:nvSpPr>
          <p:cNvPr id="181" name="Google Shape;181;p11"/>
          <p:cNvSpPr/>
          <p:nvPr/>
        </p:nvSpPr>
        <p:spPr>
          <a:xfrm>
            <a:off x="4878375" y="0"/>
            <a:ext cx="42891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txBox="1">
            <a:spLocks noGrp="1"/>
          </p:cNvSpPr>
          <p:nvPr>
            <p:ph type="title"/>
          </p:nvPr>
        </p:nvSpPr>
        <p:spPr>
          <a:xfrm>
            <a:off x="819275" y="1786763"/>
            <a:ext cx="3304500" cy="1320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83" name="Google Shape;183;p11"/>
          <p:cNvSpPr txBox="1">
            <a:spLocks noGrp="1"/>
          </p:cNvSpPr>
          <p:nvPr>
            <p:ph type="subTitle" idx="1"/>
          </p:nvPr>
        </p:nvSpPr>
        <p:spPr>
          <a:xfrm>
            <a:off x="1319644" y="3316725"/>
            <a:ext cx="2304000" cy="638700"/>
          </a:xfrm>
          <a:prstGeom prst="rect">
            <a:avLst/>
          </a:prstGeom>
        </p:spPr>
        <p:txBody>
          <a:bodyPr spcFirstLastPara="1" wrap="square" lIns="91425" tIns="91425" rIns="91425" bIns="91425" anchor="ctr" anchorCtr="0">
            <a:noAutofit/>
          </a:bodyPr>
          <a:lstStyle>
            <a:lvl1pPr lvl="0" algn="ctr" rtl="0">
              <a:lnSpc>
                <a:spcPct val="100000"/>
              </a:lnSpc>
              <a:spcBef>
                <a:spcPts val="600"/>
              </a:spcBef>
              <a:spcAft>
                <a:spcPts val="0"/>
              </a:spcAft>
              <a:buSzPts val="2000"/>
              <a:buNone/>
              <a:defRPr/>
            </a:lvl1pPr>
            <a:lvl2pPr lvl="1" algn="ctr" rtl="0">
              <a:lnSpc>
                <a:spcPct val="100000"/>
              </a:lnSpc>
              <a:spcBef>
                <a:spcPts val="480"/>
              </a:spcBef>
              <a:spcAft>
                <a:spcPts val="0"/>
              </a:spcAft>
              <a:buSzPts val="2100"/>
              <a:buNone/>
              <a:defRPr sz="2100"/>
            </a:lvl2pPr>
            <a:lvl3pPr lvl="2" algn="ctr" rtl="0">
              <a:lnSpc>
                <a:spcPct val="100000"/>
              </a:lnSpc>
              <a:spcBef>
                <a:spcPts val="480"/>
              </a:spcBef>
              <a:spcAft>
                <a:spcPts val="0"/>
              </a:spcAft>
              <a:buSzPts val="2100"/>
              <a:buNone/>
              <a:defRPr sz="2100"/>
            </a:lvl3pPr>
            <a:lvl4pPr lvl="3" algn="ctr" rtl="0">
              <a:lnSpc>
                <a:spcPct val="100000"/>
              </a:lnSpc>
              <a:spcBef>
                <a:spcPts val="360"/>
              </a:spcBef>
              <a:spcAft>
                <a:spcPts val="0"/>
              </a:spcAft>
              <a:buSzPts val="2100"/>
              <a:buNone/>
              <a:defRPr sz="2100"/>
            </a:lvl4pPr>
            <a:lvl5pPr lvl="4" algn="ctr" rtl="0">
              <a:lnSpc>
                <a:spcPct val="100000"/>
              </a:lnSpc>
              <a:spcBef>
                <a:spcPts val="360"/>
              </a:spcBef>
              <a:spcAft>
                <a:spcPts val="0"/>
              </a:spcAft>
              <a:buSzPts val="2100"/>
              <a:buNone/>
              <a:defRPr sz="2100"/>
            </a:lvl5pPr>
            <a:lvl6pPr lvl="5" algn="ctr" rtl="0">
              <a:lnSpc>
                <a:spcPct val="100000"/>
              </a:lnSpc>
              <a:spcBef>
                <a:spcPts val="360"/>
              </a:spcBef>
              <a:spcAft>
                <a:spcPts val="0"/>
              </a:spcAft>
              <a:buSzPts val="2100"/>
              <a:buNone/>
              <a:defRPr sz="2100"/>
            </a:lvl6pPr>
            <a:lvl7pPr lvl="6" algn="ctr" rtl="0">
              <a:lnSpc>
                <a:spcPct val="100000"/>
              </a:lnSpc>
              <a:spcBef>
                <a:spcPts val="360"/>
              </a:spcBef>
              <a:spcAft>
                <a:spcPts val="0"/>
              </a:spcAft>
              <a:buSzPts val="2100"/>
              <a:buNone/>
              <a:defRPr sz="2100"/>
            </a:lvl7pPr>
            <a:lvl8pPr lvl="7" algn="ctr" rtl="0">
              <a:lnSpc>
                <a:spcPct val="100000"/>
              </a:lnSpc>
              <a:spcBef>
                <a:spcPts val="360"/>
              </a:spcBef>
              <a:spcAft>
                <a:spcPts val="0"/>
              </a:spcAft>
              <a:buSzPts val="2100"/>
              <a:buNone/>
              <a:defRPr sz="2100"/>
            </a:lvl8pPr>
            <a:lvl9pPr lvl="8" algn="ctr" rtl="0">
              <a:lnSpc>
                <a:spcPct val="100000"/>
              </a:lnSpc>
              <a:spcBef>
                <a:spcPts val="360"/>
              </a:spcBef>
              <a:spcAft>
                <a:spcPts val="0"/>
              </a:spcAft>
              <a:buSzPts val="2100"/>
              <a:buNone/>
              <a:defRPr sz="2100"/>
            </a:lvl9pPr>
          </a:lstStyle>
          <a:p>
            <a:endParaRPr/>
          </a:p>
        </p:txBody>
      </p:sp>
      <p:sp>
        <p:nvSpPr>
          <p:cNvPr id="184" name="Google Shape;184;p11"/>
          <p:cNvSpPr txBox="1">
            <a:spLocks noGrp="1"/>
          </p:cNvSpPr>
          <p:nvPr>
            <p:ph type="subTitle" idx="2"/>
          </p:nvPr>
        </p:nvSpPr>
        <p:spPr>
          <a:xfrm>
            <a:off x="5634275" y="1706100"/>
            <a:ext cx="2655000" cy="17313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2"/>
              </a:buClr>
              <a:buSzPts val="1400"/>
              <a:buNone/>
              <a:defRPr sz="1400" b="0">
                <a:solidFill>
                  <a:schemeClr val="lt2"/>
                </a:solidFill>
              </a:defRPr>
            </a:lvl1pPr>
            <a:lvl2pPr lvl="1" rtl="0">
              <a:spcBef>
                <a:spcPts val="480"/>
              </a:spcBef>
              <a:spcAft>
                <a:spcPts val="0"/>
              </a:spcAft>
              <a:buSzPts val="2400"/>
              <a:buNone/>
              <a:defRPr/>
            </a:lvl2pPr>
            <a:lvl3pPr lvl="2" rtl="0">
              <a:spcBef>
                <a:spcPts val="1000"/>
              </a:spcBef>
              <a:spcAft>
                <a:spcPts val="0"/>
              </a:spcAft>
              <a:buSzPts val="2400"/>
              <a:buNone/>
              <a:defRPr/>
            </a:lvl3pPr>
            <a:lvl4pPr lvl="3" rtl="0">
              <a:spcBef>
                <a:spcPts val="1000"/>
              </a:spcBef>
              <a:spcAft>
                <a:spcPts val="0"/>
              </a:spcAft>
              <a:buSzPts val="2400"/>
              <a:buNone/>
              <a:defRPr/>
            </a:lvl4pPr>
            <a:lvl5pPr lvl="4" rtl="0">
              <a:spcBef>
                <a:spcPts val="1000"/>
              </a:spcBef>
              <a:spcAft>
                <a:spcPts val="0"/>
              </a:spcAft>
              <a:buSzPts val="2400"/>
              <a:buNone/>
              <a:defRPr/>
            </a:lvl5pPr>
            <a:lvl6pPr lvl="5" rtl="0">
              <a:spcBef>
                <a:spcPts val="1000"/>
              </a:spcBef>
              <a:spcAft>
                <a:spcPts val="0"/>
              </a:spcAft>
              <a:buSzPts val="2400"/>
              <a:buNone/>
              <a:defRPr/>
            </a:lvl6pPr>
            <a:lvl7pPr lvl="6" rtl="0">
              <a:spcBef>
                <a:spcPts val="1000"/>
              </a:spcBef>
              <a:spcAft>
                <a:spcPts val="0"/>
              </a:spcAft>
              <a:buSzPts val="2400"/>
              <a:buNone/>
              <a:defRPr/>
            </a:lvl7pPr>
            <a:lvl8pPr lvl="7" rtl="0">
              <a:spcBef>
                <a:spcPts val="1000"/>
              </a:spcBef>
              <a:spcAft>
                <a:spcPts val="0"/>
              </a:spcAft>
              <a:buSzPts val="2400"/>
              <a:buNone/>
              <a:defRPr/>
            </a:lvl8pPr>
            <a:lvl9pPr lvl="8" rtl="0">
              <a:spcBef>
                <a:spcPts val="1000"/>
              </a:spcBef>
              <a:spcAft>
                <a:spcPts val="1000"/>
              </a:spcAft>
              <a:buSzPts val="2400"/>
              <a:buNone/>
              <a:defRPr/>
            </a:lvl9pPr>
          </a:lstStyle>
          <a:p>
            <a:endParaRPr/>
          </a:p>
        </p:txBody>
      </p:sp>
      <p:grpSp>
        <p:nvGrpSpPr>
          <p:cNvPr id="185" name="Google Shape;185;p11"/>
          <p:cNvGrpSpPr/>
          <p:nvPr/>
        </p:nvGrpSpPr>
        <p:grpSpPr>
          <a:xfrm>
            <a:off x="2190726" y="3992259"/>
            <a:ext cx="809400" cy="117652"/>
            <a:chOff x="4706825" y="692850"/>
            <a:chExt cx="1214950" cy="176575"/>
          </a:xfrm>
        </p:grpSpPr>
        <p:sp>
          <p:nvSpPr>
            <p:cNvPr id="186" name="Google Shape;186;p11"/>
            <p:cNvSpPr/>
            <p:nvPr/>
          </p:nvSpPr>
          <p:spPr>
            <a:xfrm>
              <a:off x="4706825" y="692850"/>
              <a:ext cx="176797" cy="176575"/>
            </a:xfrm>
            <a:custGeom>
              <a:avLst/>
              <a:gdLst/>
              <a:ahLst/>
              <a:cxnLst/>
              <a:rect l="l" t="t" r="r" b="b"/>
              <a:pathLst>
                <a:path w="789" h="788" extrusionOk="0">
                  <a:moveTo>
                    <a:pt x="1" y="0"/>
                  </a:moveTo>
                  <a:lnTo>
                    <a:pt x="1" y="788"/>
                  </a:lnTo>
                  <a:lnTo>
                    <a:pt x="788" y="788"/>
                  </a:lnTo>
                  <a:lnTo>
                    <a:pt x="7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a:off x="4966531" y="692850"/>
              <a:ext cx="176573" cy="176575"/>
            </a:xfrm>
            <a:custGeom>
              <a:avLst/>
              <a:gdLst/>
              <a:ahLst/>
              <a:cxnLst/>
              <a:rect l="l" t="t" r="r" b="b"/>
              <a:pathLst>
                <a:path w="788" h="788" extrusionOk="0">
                  <a:moveTo>
                    <a:pt x="1" y="0"/>
                  </a:moveTo>
                  <a:lnTo>
                    <a:pt x="1" y="788"/>
                  </a:lnTo>
                  <a:lnTo>
                    <a:pt x="787" y="788"/>
                  </a:lnTo>
                  <a:lnTo>
                    <a:pt x="78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a:off x="5226013" y="692850"/>
              <a:ext cx="176573" cy="176575"/>
            </a:xfrm>
            <a:custGeom>
              <a:avLst/>
              <a:gdLst/>
              <a:ahLst/>
              <a:cxnLst/>
              <a:rect l="l" t="t" r="r" b="b"/>
              <a:pathLst>
                <a:path w="788" h="788" extrusionOk="0">
                  <a:moveTo>
                    <a:pt x="0" y="0"/>
                  </a:moveTo>
                  <a:lnTo>
                    <a:pt x="0" y="788"/>
                  </a:lnTo>
                  <a:lnTo>
                    <a:pt x="788" y="788"/>
                  </a:lnTo>
                  <a:lnTo>
                    <a:pt x="7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1"/>
            <p:cNvSpPr/>
            <p:nvPr/>
          </p:nvSpPr>
          <p:spPr>
            <a:xfrm>
              <a:off x="5485495" y="692850"/>
              <a:ext cx="176573" cy="176575"/>
            </a:xfrm>
            <a:custGeom>
              <a:avLst/>
              <a:gdLst/>
              <a:ahLst/>
              <a:cxnLst/>
              <a:rect l="l" t="t" r="r" b="b"/>
              <a:pathLst>
                <a:path w="788" h="788" extrusionOk="0">
                  <a:moveTo>
                    <a:pt x="1" y="0"/>
                  </a:moveTo>
                  <a:lnTo>
                    <a:pt x="1" y="788"/>
                  </a:lnTo>
                  <a:lnTo>
                    <a:pt x="788" y="788"/>
                  </a:lnTo>
                  <a:lnTo>
                    <a:pt x="7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a:off x="5744978" y="692850"/>
              <a:ext cx="176797" cy="176575"/>
            </a:xfrm>
            <a:custGeom>
              <a:avLst/>
              <a:gdLst/>
              <a:ahLst/>
              <a:cxnLst/>
              <a:rect l="l" t="t" r="r" b="b"/>
              <a:pathLst>
                <a:path w="789" h="788" extrusionOk="0">
                  <a:moveTo>
                    <a:pt x="1" y="0"/>
                  </a:moveTo>
                  <a:lnTo>
                    <a:pt x="1" y="788"/>
                  </a:lnTo>
                  <a:lnTo>
                    <a:pt x="788" y="788"/>
                  </a:lnTo>
                  <a:lnTo>
                    <a:pt x="7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 name="Google Shape;191;p11"/>
          <p:cNvGrpSpPr/>
          <p:nvPr/>
        </p:nvGrpSpPr>
        <p:grpSpPr>
          <a:xfrm flipH="1">
            <a:off x="2192349" y="4366740"/>
            <a:ext cx="7197705" cy="485280"/>
            <a:chOff x="1518200" y="4742325"/>
            <a:chExt cx="1982675" cy="133675"/>
          </a:xfrm>
        </p:grpSpPr>
        <p:sp>
          <p:nvSpPr>
            <p:cNvPr id="192" name="Google Shape;192;p11"/>
            <p:cNvSpPr/>
            <p:nvPr/>
          </p:nvSpPr>
          <p:spPr>
            <a:xfrm>
              <a:off x="1545800" y="4805200"/>
              <a:ext cx="1946275" cy="70800"/>
            </a:xfrm>
            <a:custGeom>
              <a:avLst/>
              <a:gdLst/>
              <a:ahLst/>
              <a:cxnLst/>
              <a:rect l="l" t="t" r="r" b="b"/>
              <a:pathLst>
                <a:path w="77851" h="2832" extrusionOk="0">
                  <a:moveTo>
                    <a:pt x="73102" y="1"/>
                  </a:moveTo>
                  <a:lnTo>
                    <a:pt x="70389" y="2713"/>
                  </a:lnTo>
                  <a:lnTo>
                    <a:pt x="1" y="2713"/>
                  </a:lnTo>
                  <a:lnTo>
                    <a:pt x="1" y="2831"/>
                  </a:lnTo>
                  <a:lnTo>
                    <a:pt x="70438" y="2831"/>
                  </a:lnTo>
                  <a:lnTo>
                    <a:pt x="73152" y="118"/>
                  </a:lnTo>
                  <a:lnTo>
                    <a:pt x="77850" y="118"/>
                  </a:lnTo>
                  <a:lnTo>
                    <a:pt x="778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a:off x="3483250" y="4797875"/>
              <a:ext cx="17625" cy="17600"/>
            </a:xfrm>
            <a:custGeom>
              <a:avLst/>
              <a:gdLst/>
              <a:ahLst/>
              <a:cxnLst/>
              <a:rect l="l" t="t" r="r" b="b"/>
              <a:pathLst>
                <a:path w="705" h="704" extrusionOk="0">
                  <a:moveTo>
                    <a:pt x="352" y="0"/>
                  </a:moveTo>
                  <a:cubicBezTo>
                    <a:pt x="158" y="0"/>
                    <a:pt x="0" y="158"/>
                    <a:pt x="0" y="352"/>
                  </a:cubicBezTo>
                  <a:cubicBezTo>
                    <a:pt x="0" y="547"/>
                    <a:pt x="158" y="704"/>
                    <a:pt x="352" y="704"/>
                  </a:cubicBezTo>
                  <a:cubicBezTo>
                    <a:pt x="547" y="704"/>
                    <a:pt x="704" y="547"/>
                    <a:pt x="704" y="352"/>
                  </a:cubicBezTo>
                  <a:cubicBezTo>
                    <a:pt x="704" y="158"/>
                    <a:pt x="547" y="0"/>
                    <a:pt x="3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1"/>
            <p:cNvSpPr/>
            <p:nvPr/>
          </p:nvSpPr>
          <p:spPr>
            <a:xfrm>
              <a:off x="1518200" y="4750075"/>
              <a:ext cx="1859750" cy="92025"/>
            </a:xfrm>
            <a:custGeom>
              <a:avLst/>
              <a:gdLst/>
              <a:ahLst/>
              <a:cxnLst/>
              <a:rect l="l" t="t" r="r" b="b"/>
              <a:pathLst>
                <a:path w="74390" h="3681" extrusionOk="0">
                  <a:moveTo>
                    <a:pt x="74306" y="1"/>
                  </a:moveTo>
                  <a:lnTo>
                    <a:pt x="70745" y="3562"/>
                  </a:lnTo>
                  <a:lnTo>
                    <a:pt x="0" y="3562"/>
                  </a:lnTo>
                  <a:lnTo>
                    <a:pt x="0" y="3680"/>
                  </a:lnTo>
                  <a:lnTo>
                    <a:pt x="70794" y="3680"/>
                  </a:lnTo>
                  <a:lnTo>
                    <a:pt x="74390" y="85"/>
                  </a:lnTo>
                  <a:lnTo>
                    <a:pt x="743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1"/>
            <p:cNvSpPr/>
            <p:nvPr/>
          </p:nvSpPr>
          <p:spPr>
            <a:xfrm>
              <a:off x="3368075" y="4742325"/>
              <a:ext cx="17625" cy="17625"/>
            </a:xfrm>
            <a:custGeom>
              <a:avLst/>
              <a:gdLst/>
              <a:ahLst/>
              <a:cxnLst/>
              <a:rect l="l" t="t" r="r" b="b"/>
              <a:pathLst>
                <a:path w="705" h="705" extrusionOk="0">
                  <a:moveTo>
                    <a:pt x="353" y="1"/>
                  </a:moveTo>
                  <a:cubicBezTo>
                    <a:pt x="159" y="1"/>
                    <a:pt x="1" y="159"/>
                    <a:pt x="1" y="353"/>
                  </a:cubicBezTo>
                  <a:cubicBezTo>
                    <a:pt x="1" y="548"/>
                    <a:pt x="159" y="705"/>
                    <a:pt x="353" y="705"/>
                  </a:cubicBezTo>
                  <a:cubicBezTo>
                    <a:pt x="547" y="705"/>
                    <a:pt x="705" y="548"/>
                    <a:pt x="705" y="353"/>
                  </a:cubicBezTo>
                  <a:cubicBezTo>
                    <a:pt x="705" y="159"/>
                    <a:pt x="547" y="1"/>
                    <a:pt x="3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11"/>
          <p:cNvGrpSpPr/>
          <p:nvPr/>
        </p:nvGrpSpPr>
        <p:grpSpPr>
          <a:xfrm>
            <a:off x="2013128" y="1341483"/>
            <a:ext cx="916797" cy="98075"/>
            <a:chOff x="4810525" y="1175150"/>
            <a:chExt cx="133675" cy="14300"/>
          </a:xfrm>
        </p:grpSpPr>
        <p:sp>
          <p:nvSpPr>
            <p:cNvPr id="197" name="Google Shape;197;p11"/>
            <p:cNvSpPr/>
            <p:nvPr/>
          </p:nvSpPr>
          <p:spPr>
            <a:xfrm>
              <a:off x="4810525" y="1175150"/>
              <a:ext cx="4875" cy="14300"/>
            </a:xfrm>
            <a:custGeom>
              <a:avLst/>
              <a:gdLst/>
              <a:ahLst/>
              <a:cxnLst/>
              <a:rect l="l" t="t" r="r" b="b"/>
              <a:pathLst>
                <a:path w="195" h="572" extrusionOk="0">
                  <a:moveTo>
                    <a:pt x="0" y="0"/>
                  </a:moveTo>
                  <a:lnTo>
                    <a:pt x="0" y="571"/>
                  </a:lnTo>
                  <a:lnTo>
                    <a:pt x="195" y="571"/>
                  </a:lnTo>
                  <a:lnTo>
                    <a:pt x="1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1"/>
            <p:cNvSpPr/>
            <p:nvPr/>
          </p:nvSpPr>
          <p:spPr>
            <a:xfrm>
              <a:off x="4836350" y="1175150"/>
              <a:ext cx="4875" cy="14300"/>
            </a:xfrm>
            <a:custGeom>
              <a:avLst/>
              <a:gdLst/>
              <a:ahLst/>
              <a:cxnLst/>
              <a:rect l="l" t="t" r="r" b="b"/>
              <a:pathLst>
                <a:path w="195" h="572" extrusionOk="0">
                  <a:moveTo>
                    <a:pt x="0" y="0"/>
                  </a:moveTo>
                  <a:lnTo>
                    <a:pt x="0" y="571"/>
                  </a:lnTo>
                  <a:lnTo>
                    <a:pt x="195" y="571"/>
                  </a:lnTo>
                  <a:lnTo>
                    <a:pt x="1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1"/>
            <p:cNvSpPr/>
            <p:nvPr/>
          </p:nvSpPr>
          <p:spPr>
            <a:xfrm>
              <a:off x="4849150" y="1175150"/>
              <a:ext cx="4900" cy="14300"/>
            </a:xfrm>
            <a:custGeom>
              <a:avLst/>
              <a:gdLst/>
              <a:ahLst/>
              <a:cxnLst/>
              <a:rect l="l" t="t" r="r" b="b"/>
              <a:pathLst>
                <a:path w="196" h="572" extrusionOk="0">
                  <a:moveTo>
                    <a:pt x="1" y="0"/>
                  </a:moveTo>
                  <a:lnTo>
                    <a:pt x="1" y="571"/>
                  </a:lnTo>
                  <a:lnTo>
                    <a:pt x="195" y="571"/>
                  </a:lnTo>
                  <a:lnTo>
                    <a:pt x="1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a:off x="4862000" y="1175150"/>
              <a:ext cx="4875" cy="14300"/>
            </a:xfrm>
            <a:custGeom>
              <a:avLst/>
              <a:gdLst/>
              <a:ahLst/>
              <a:cxnLst/>
              <a:rect l="l" t="t" r="r" b="b"/>
              <a:pathLst>
                <a:path w="195" h="572" extrusionOk="0">
                  <a:moveTo>
                    <a:pt x="0" y="0"/>
                  </a:moveTo>
                  <a:lnTo>
                    <a:pt x="0" y="571"/>
                  </a:lnTo>
                  <a:lnTo>
                    <a:pt x="195" y="571"/>
                  </a:lnTo>
                  <a:lnTo>
                    <a:pt x="1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a:off x="4875700" y="1175150"/>
              <a:ext cx="4900" cy="14300"/>
            </a:xfrm>
            <a:custGeom>
              <a:avLst/>
              <a:gdLst/>
              <a:ahLst/>
              <a:cxnLst/>
              <a:rect l="l" t="t" r="r" b="b"/>
              <a:pathLst>
                <a:path w="196" h="572" extrusionOk="0">
                  <a:moveTo>
                    <a:pt x="0" y="0"/>
                  </a:moveTo>
                  <a:lnTo>
                    <a:pt x="0" y="571"/>
                  </a:lnTo>
                  <a:lnTo>
                    <a:pt x="195" y="571"/>
                  </a:lnTo>
                  <a:lnTo>
                    <a:pt x="1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a:off x="4885925" y="1175150"/>
              <a:ext cx="4900" cy="14300"/>
            </a:xfrm>
            <a:custGeom>
              <a:avLst/>
              <a:gdLst/>
              <a:ahLst/>
              <a:cxnLst/>
              <a:rect l="l" t="t" r="r" b="b"/>
              <a:pathLst>
                <a:path w="196" h="572" extrusionOk="0">
                  <a:moveTo>
                    <a:pt x="1" y="0"/>
                  </a:moveTo>
                  <a:lnTo>
                    <a:pt x="1" y="571"/>
                  </a:lnTo>
                  <a:lnTo>
                    <a:pt x="196" y="571"/>
                  </a:lnTo>
                  <a:lnTo>
                    <a:pt x="1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1"/>
            <p:cNvSpPr/>
            <p:nvPr/>
          </p:nvSpPr>
          <p:spPr>
            <a:xfrm>
              <a:off x="4927400" y="1175150"/>
              <a:ext cx="4850" cy="14300"/>
            </a:xfrm>
            <a:custGeom>
              <a:avLst/>
              <a:gdLst/>
              <a:ahLst/>
              <a:cxnLst/>
              <a:rect l="l" t="t" r="r" b="b"/>
              <a:pathLst>
                <a:path w="194" h="572" extrusionOk="0">
                  <a:moveTo>
                    <a:pt x="0" y="0"/>
                  </a:moveTo>
                  <a:lnTo>
                    <a:pt x="0" y="571"/>
                  </a:lnTo>
                  <a:lnTo>
                    <a:pt x="194" y="571"/>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1"/>
            <p:cNvSpPr/>
            <p:nvPr/>
          </p:nvSpPr>
          <p:spPr>
            <a:xfrm>
              <a:off x="4902975" y="1175150"/>
              <a:ext cx="4900" cy="14300"/>
            </a:xfrm>
            <a:custGeom>
              <a:avLst/>
              <a:gdLst/>
              <a:ahLst/>
              <a:cxnLst/>
              <a:rect l="l" t="t" r="r" b="b"/>
              <a:pathLst>
                <a:path w="196" h="572" extrusionOk="0">
                  <a:moveTo>
                    <a:pt x="1" y="0"/>
                  </a:moveTo>
                  <a:lnTo>
                    <a:pt x="1" y="571"/>
                  </a:lnTo>
                  <a:lnTo>
                    <a:pt x="196" y="571"/>
                  </a:lnTo>
                  <a:lnTo>
                    <a:pt x="1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a:off x="4939300" y="1175150"/>
              <a:ext cx="4900" cy="14300"/>
            </a:xfrm>
            <a:custGeom>
              <a:avLst/>
              <a:gdLst/>
              <a:ahLst/>
              <a:cxnLst/>
              <a:rect l="l" t="t" r="r" b="b"/>
              <a:pathLst>
                <a:path w="196" h="572" extrusionOk="0">
                  <a:moveTo>
                    <a:pt x="1" y="0"/>
                  </a:moveTo>
                  <a:lnTo>
                    <a:pt x="1" y="571"/>
                  </a:lnTo>
                  <a:lnTo>
                    <a:pt x="195" y="571"/>
                  </a:lnTo>
                  <a:lnTo>
                    <a:pt x="1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섹션 헤더 1">
  <p:cSld name="SECTION_HEADER_1">
    <p:spTree>
      <p:nvGrpSpPr>
        <p:cNvPr id="1" name="Shape 206"/>
        <p:cNvGrpSpPr/>
        <p:nvPr/>
      </p:nvGrpSpPr>
      <p:grpSpPr>
        <a:xfrm>
          <a:off x="0" y="0"/>
          <a:ext cx="0" cy="0"/>
          <a:chOff x="0" y="0"/>
          <a:chExt cx="0" cy="0"/>
        </a:xfrm>
      </p:grpSpPr>
      <p:sp>
        <p:nvSpPr>
          <p:cNvPr id="207" name="Google Shape;207;p1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08" name="Google Shape;20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1pPr>
            <a:lvl2pPr lvl="1">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2pPr>
            <a:lvl3pPr lvl="2">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3pPr>
            <a:lvl4pPr lvl="3">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4pPr>
            <a:lvl5pPr lvl="4">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5pPr>
            <a:lvl6pPr lvl="5">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6pPr>
            <a:lvl7pPr lvl="6">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7pPr>
            <a:lvl8pPr lvl="7">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8pPr>
            <a:lvl9pPr lvl="8">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noAutofit/>
          </a:bodyPr>
          <a:lstStyle>
            <a:lvl1pPr marL="457200" lvl="0" indent="-381000">
              <a:spcBef>
                <a:spcPts val="6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chemeClr val="lt1"/>
                </a:solidFill>
                <a:latin typeface="Roboto Condensed"/>
                <a:ea typeface="Roboto Condensed"/>
                <a:cs typeface="Roboto Condensed"/>
                <a:sym typeface="Roboto Condensed"/>
              </a:defRPr>
            </a:lvl1pPr>
            <a:lvl2pPr lvl="1" algn="r">
              <a:buNone/>
              <a:defRPr sz="1200" b="1">
                <a:solidFill>
                  <a:schemeClr val="lt1"/>
                </a:solidFill>
                <a:latin typeface="Roboto Condensed"/>
                <a:ea typeface="Roboto Condensed"/>
                <a:cs typeface="Roboto Condensed"/>
                <a:sym typeface="Roboto Condensed"/>
              </a:defRPr>
            </a:lvl2pPr>
            <a:lvl3pPr lvl="2" algn="r">
              <a:buNone/>
              <a:defRPr sz="1200" b="1">
                <a:solidFill>
                  <a:schemeClr val="lt1"/>
                </a:solidFill>
                <a:latin typeface="Roboto Condensed"/>
                <a:ea typeface="Roboto Condensed"/>
                <a:cs typeface="Roboto Condensed"/>
                <a:sym typeface="Roboto Condensed"/>
              </a:defRPr>
            </a:lvl3pPr>
            <a:lvl4pPr lvl="3" algn="r">
              <a:buNone/>
              <a:defRPr sz="1200" b="1">
                <a:solidFill>
                  <a:schemeClr val="lt1"/>
                </a:solidFill>
                <a:latin typeface="Roboto Condensed"/>
                <a:ea typeface="Roboto Condensed"/>
                <a:cs typeface="Roboto Condensed"/>
                <a:sym typeface="Roboto Condensed"/>
              </a:defRPr>
            </a:lvl4pPr>
            <a:lvl5pPr lvl="4" algn="r">
              <a:buNone/>
              <a:defRPr sz="1200" b="1">
                <a:solidFill>
                  <a:schemeClr val="lt1"/>
                </a:solidFill>
                <a:latin typeface="Roboto Condensed"/>
                <a:ea typeface="Roboto Condensed"/>
                <a:cs typeface="Roboto Condensed"/>
                <a:sym typeface="Roboto Condensed"/>
              </a:defRPr>
            </a:lvl5pPr>
            <a:lvl6pPr lvl="5" algn="r">
              <a:buNone/>
              <a:defRPr sz="1200" b="1">
                <a:solidFill>
                  <a:schemeClr val="lt1"/>
                </a:solidFill>
                <a:latin typeface="Roboto Condensed"/>
                <a:ea typeface="Roboto Condensed"/>
                <a:cs typeface="Roboto Condensed"/>
                <a:sym typeface="Roboto Condensed"/>
              </a:defRPr>
            </a:lvl6pPr>
            <a:lvl7pPr lvl="6" algn="r">
              <a:buNone/>
              <a:defRPr sz="1200" b="1">
                <a:solidFill>
                  <a:schemeClr val="lt1"/>
                </a:solidFill>
                <a:latin typeface="Roboto Condensed"/>
                <a:ea typeface="Roboto Condensed"/>
                <a:cs typeface="Roboto Condensed"/>
                <a:sym typeface="Roboto Condensed"/>
              </a:defRPr>
            </a:lvl7pPr>
            <a:lvl8pPr lvl="7" algn="r">
              <a:buNone/>
              <a:defRPr sz="1200" b="1">
                <a:solidFill>
                  <a:schemeClr val="lt1"/>
                </a:solidFill>
                <a:latin typeface="Roboto Condensed"/>
                <a:ea typeface="Roboto Condensed"/>
                <a:cs typeface="Roboto Condensed"/>
                <a:sym typeface="Roboto Condensed"/>
              </a:defRPr>
            </a:lvl8pPr>
            <a:lvl9pPr lvl="8" algn="r">
              <a:buNone/>
              <a:defRPr sz="1200" b="1">
                <a:solidFill>
                  <a:schemeClr val="lt1"/>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10.png"/><Relationship Id="rId5" Type="http://schemas.openxmlformats.org/officeDocument/2006/relationships/image" Target="../media/image13.png"/><Relationship Id="rId10" Type="http://schemas.openxmlformats.org/officeDocument/2006/relationships/image" Target="../media/image3.png"/><Relationship Id="rId4" Type="http://schemas.openxmlformats.org/officeDocument/2006/relationships/image" Target="../media/image12.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13.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1.png"/><Relationship Id="rId7"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24.png"/><Relationship Id="rId10" Type="http://schemas.openxmlformats.org/officeDocument/2006/relationships/image" Target="../media/image25.png"/><Relationship Id="rId4" Type="http://schemas.openxmlformats.org/officeDocument/2006/relationships/image" Target="../media/image7.png"/><Relationship Id="rId9"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23.png"/><Relationship Id="rId10" Type="http://schemas.openxmlformats.org/officeDocument/2006/relationships/image" Target="../media/image26.png"/><Relationship Id="rId4" Type="http://schemas.openxmlformats.org/officeDocument/2006/relationships/image" Target="../media/image6.png"/><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37.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noAutofit/>
          </a:bodyPr>
          <a:lstStyle/>
          <a:p>
            <a:pPr marL="0" lvl="0" indent="0" algn="l" rtl="0">
              <a:lnSpc>
                <a:spcPct val="136363"/>
              </a:lnSpc>
              <a:spcBef>
                <a:spcPts val="0"/>
              </a:spcBef>
              <a:spcAft>
                <a:spcPts val="0"/>
              </a:spcAft>
              <a:buNone/>
            </a:pPr>
            <a:r>
              <a:rPr lang="ko" sz="3500">
                <a:solidFill>
                  <a:schemeClr val="lt2"/>
                </a:solidFill>
                <a:latin typeface="+mj-ea"/>
                <a:ea typeface="+mj-ea"/>
              </a:rPr>
              <a:t>Ansible 자동화로 구현한</a:t>
            </a:r>
            <a:endParaRPr sz="3500">
              <a:solidFill>
                <a:schemeClr val="lt2"/>
              </a:solidFill>
              <a:latin typeface="+mj-ea"/>
              <a:ea typeface="+mj-ea"/>
            </a:endParaRPr>
          </a:p>
          <a:p>
            <a:pPr marL="0" lvl="0" indent="0" algn="l" rtl="0">
              <a:lnSpc>
                <a:spcPct val="136363"/>
              </a:lnSpc>
              <a:spcBef>
                <a:spcPts val="0"/>
              </a:spcBef>
              <a:spcAft>
                <a:spcPts val="0"/>
              </a:spcAft>
              <a:buNone/>
            </a:pPr>
            <a:r>
              <a:rPr lang="ko" sz="3500">
                <a:solidFill>
                  <a:schemeClr val="lt2"/>
                </a:solidFill>
                <a:latin typeface="+mj-ea"/>
                <a:ea typeface="+mj-ea"/>
              </a:rPr>
              <a:t>클라우드 환경 DevOps</a:t>
            </a:r>
            <a:endParaRPr sz="5800">
              <a:solidFill>
                <a:schemeClr val="lt2"/>
              </a:solidFill>
              <a:latin typeface="+mj-ea"/>
              <a:ea typeface="+mj-ea"/>
            </a:endParaRPr>
          </a:p>
        </p:txBody>
      </p:sp>
      <p:sp>
        <p:nvSpPr>
          <p:cNvPr id="214" name="Google Shape;214;p13"/>
          <p:cNvSpPr txBox="1">
            <a:spLocks noGrp="1"/>
          </p:cNvSpPr>
          <p:nvPr>
            <p:ph type="subTitle" idx="4294967295"/>
          </p:nvPr>
        </p:nvSpPr>
        <p:spPr>
          <a:xfrm>
            <a:off x="4399800" y="3539400"/>
            <a:ext cx="4622700" cy="1045800"/>
          </a:xfrm>
          <a:prstGeom prst="rect">
            <a:avLst/>
          </a:prstGeom>
        </p:spPr>
        <p:txBody>
          <a:bodyPr spcFirstLastPara="1" wrap="square" lIns="91425" tIns="91425" rIns="91425" bIns="91425" anchor="ctr" anchorCtr="0">
            <a:noAutofit/>
          </a:bodyPr>
          <a:lstStyle/>
          <a:p>
            <a:pPr marL="457200" lvl="0" indent="0" algn="r" rtl="0">
              <a:spcBef>
                <a:spcPts val="1000"/>
              </a:spcBef>
              <a:spcAft>
                <a:spcPts val="0"/>
              </a:spcAft>
              <a:buClr>
                <a:schemeClr val="accent4"/>
              </a:buClr>
              <a:buSzPts val="2400"/>
              <a:buFont typeface="Roboto Condensed Light"/>
              <a:buNone/>
            </a:pPr>
            <a:r>
              <a:rPr lang="ko" sz="1500" b="1">
                <a:latin typeface="+mj-ea"/>
                <a:ea typeface="+mj-ea"/>
                <a:cs typeface="Roboto Condensed"/>
                <a:sym typeface="Roboto Condensed"/>
              </a:rPr>
              <a:t>훈련기관</a:t>
            </a:r>
            <a:r>
              <a:rPr lang="ko" sz="1500" b="1">
                <a:latin typeface="+mj-ea"/>
                <a:ea typeface="+mj-ea"/>
                <a:cs typeface="Malgun Gothic"/>
                <a:sym typeface="Malgun Gothic"/>
              </a:rPr>
              <a:t> :</a:t>
            </a:r>
            <a:r>
              <a:rPr lang="ko" sz="1500">
                <a:latin typeface="+mj-ea"/>
                <a:ea typeface="+mj-ea"/>
                <a:cs typeface="Malgun Gothic"/>
                <a:sym typeface="Malgun Gothic"/>
              </a:rPr>
              <a:t> </a:t>
            </a:r>
            <a:r>
              <a:rPr lang="ko" sz="1500">
                <a:latin typeface="+mj-ea"/>
                <a:ea typeface="+mj-ea"/>
                <a:cs typeface="Roboto Condensed"/>
                <a:sym typeface="Roboto Condensed"/>
              </a:rPr>
              <a:t>㈜솔데스크</a:t>
            </a:r>
            <a:endParaRPr sz="1500">
              <a:latin typeface="+mj-ea"/>
              <a:ea typeface="+mj-ea"/>
              <a:cs typeface="Roboto Condensed"/>
              <a:sym typeface="Roboto Condensed"/>
            </a:endParaRPr>
          </a:p>
          <a:p>
            <a:pPr marL="457200" lvl="0" indent="0" algn="r" rtl="0">
              <a:spcBef>
                <a:spcPts val="1000"/>
              </a:spcBef>
              <a:spcAft>
                <a:spcPts val="0"/>
              </a:spcAft>
              <a:buClr>
                <a:schemeClr val="accent4"/>
              </a:buClr>
              <a:buSzPts val="2400"/>
              <a:buFont typeface="Roboto Condensed Light"/>
              <a:buNone/>
            </a:pPr>
            <a:r>
              <a:rPr lang="ko" sz="1500" b="1">
                <a:latin typeface="+mj-ea"/>
                <a:ea typeface="+mj-ea"/>
                <a:cs typeface="Roboto Condensed"/>
                <a:sym typeface="Roboto Condensed"/>
              </a:rPr>
              <a:t>강사님</a:t>
            </a:r>
            <a:r>
              <a:rPr lang="ko" sz="1500">
                <a:latin typeface="+mj-ea"/>
                <a:ea typeface="+mj-ea"/>
                <a:cs typeface="Malgun Gothic"/>
                <a:sym typeface="Malgun Gothic"/>
              </a:rPr>
              <a:t> </a:t>
            </a:r>
            <a:r>
              <a:rPr lang="ko" sz="1500" b="1">
                <a:latin typeface="+mj-ea"/>
                <a:ea typeface="+mj-ea"/>
                <a:cs typeface="Malgun Gothic"/>
                <a:sym typeface="Malgun Gothic"/>
              </a:rPr>
              <a:t>:</a:t>
            </a:r>
            <a:r>
              <a:rPr lang="ko" sz="1500">
                <a:latin typeface="+mj-ea"/>
                <a:ea typeface="+mj-ea"/>
                <a:cs typeface="Malgun Gothic"/>
                <a:sym typeface="Malgun Gothic"/>
              </a:rPr>
              <a:t> </a:t>
            </a:r>
            <a:r>
              <a:rPr lang="ko" sz="1500">
                <a:latin typeface="+mj-ea"/>
                <a:ea typeface="+mj-ea"/>
                <a:cs typeface="Roboto Condensed"/>
                <a:sym typeface="Roboto Condensed"/>
              </a:rPr>
              <a:t>김기연 강사님</a:t>
            </a:r>
            <a:endParaRPr sz="1500">
              <a:latin typeface="+mj-ea"/>
              <a:ea typeface="+mj-ea"/>
              <a:cs typeface="Roboto Condensed"/>
              <a:sym typeface="Roboto Condensed"/>
            </a:endParaRPr>
          </a:p>
          <a:p>
            <a:pPr marL="457200" lvl="0" indent="0" algn="r" rtl="0">
              <a:spcBef>
                <a:spcPts val="1000"/>
              </a:spcBef>
              <a:spcAft>
                <a:spcPts val="1000"/>
              </a:spcAft>
              <a:buClr>
                <a:schemeClr val="accent4"/>
              </a:buClr>
              <a:buSzPts val="2400"/>
              <a:buFont typeface="Roboto Condensed Light"/>
              <a:buNone/>
            </a:pPr>
            <a:r>
              <a:rPr lang="ko" sz="1500" b="1">
                <a:latin typeface="+mj-ea"/>
                <a:ea typeface="+mj-ea"/>
                <a:cs typeface="Roboto Condensed"/>
                <a:sym typeface="Roboto Condensed"/>
              </a:rPr>
              <a:t>1조</a:t>
            </a:r>
            <a:r>
              <a:rPr lang="ko" sz="1500">
                <a:latin typeface="+mj-ea"/>
                <a:ea typeface="+mj-ea"/>
                <a:cs typeface="Malgun Gothic"/>
                <a:sym typeface="Malgun Gothic"/>
              </a:rPr>
              <a:t> </a:t>
            </a:r>
            <a:r>
              <a:rPr lang="ko" sz="1500" b="1">
                <a:latin typeface="+mj-ea"/>
                <a:ea typeface="+mj-ea"/>
                <a:cs typeface="Malgun Gothic"/>
                <a:sym typeface="Malgun Gothic"/>
              </a:rPr>
              <a:t>: </a:t>
            </a:r>
            <a:r>
              <a:rPr lang="ko" sz="1500">
                <a:latin typeface="+mj-ea"/>
                <a:ea typeface="+mj-ea"/>
                <a:cs typeface="Roboto Condensed"/>
                <a:sym typeface="Roboto Condensed"/>
              </a:rPr>
              <a:t>김선경, 김민영, 최시울, 허윤하, 황유지</a:t>
            </a:r>
            <a:endParaRPr sz="1500">
              <a:solidFill>
                <a:srgbClr val="F3F3F3"/>
              </a:solidFill>
              <a:latin typeface="+mj-ea"/>
              <a:ea typeface="+mj-ea"/>
              <a:cs typeface="Roboto Condensed"/>
              <a:sym typeface="Roboto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4"/>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dirty="0">
                <a:latin typeface="+mj-ea"/>
                <a:ea typeface="+mj-ea"/>
              </a:rPr>
              <a:t>개요</a:t>
            </a:r>
            <a:endParaRPr sz="2500" dirty="0">
              <a:latin typeface="+mj-ea"/>
              <a:ea typeface="+mj-ea"/>
            </a:endParaRPr>
          </a:p>
        </p:txBody>
      </p:sp>
      <p:sp>
        <p:nvSpPr>
          <p:cNvPr id="220" name="Google Shape;220;p14"/>
          <p:cNvSpPr txBox="1">
            <a:spLocks noGrp="1"/>
          </p:cNvSpPr>
          <p:nvPr>
            <p:ph type="body" idx="1"/>
          </p:nvPr>
        </p:nvSpPr>
        <p:spPr>
          <a:xfrm>
            <a:off x="814275" y="1479750"/>
            <a:ext cx="7543800" cy="3145500"/>
          </a:xfrm>
          <a:prstGeom prst="rect">
            <a:avLst/>
          </a:prstGeom>
        </p:spPr>
        <p:txBody>
          <a:bodyPr spcFirstLastPara="1" wrap="square" lIns="91425" tIns="91425" rIns="91425" bIns="91425" anchor="ctr" anchorCtr="0">
            <a:noAutofit/>
          </a:bodyPr>
          <a:lstStyle/>
          <a:p>
            <a:pPr marL="457200" lvl="0" indent="-355600" algn="l" rtl="0">
              <a:spcBef>
                <a:spcPts val="600"/>
              </a:spcBef>
              <a:spcAft>
                <a:spcPts val="0"/>
              </a:spcAft>
              <a:buSzPts val="2000"/>
              <a:buChar char="●"/>
            </a:pPr>
            <a:r>
              <a:rPr lang="ko" sz="2000">
                <a:latin typeface="+mj-ea"/>
                <a:ea typeface="+mj-ea"/>
              </a:rPr>
              <a:t>기업의 자원을 더욱 </a:t>
            </a:r>
            <a:r>
              <a:rPr lang="ko" sz="2000" b="1">
                <a:latin typeface="+mj-ea"/>
                <a:ea typeface="+mj-ea"/>
                <a:cs typeface="Roboto Condensed"/>
                <a:sym typeface="Roboto Condensed"/>
              </a:rPr>
              <a:t>효율적</a:t>
            </a:r>
            <a:r>
              <a:rPr lang="ko" sz="2000">
                <a:latin typeface="+mj-ea"/>
                <a:ea typeface="+mj-ea"/>
              </a:rPr>
              <a:t>으로 사용하기 위한 제안서</a:t>
            </a:r>
            <a:endParaRPr sz="2000">
              <a:latin typeface="+mj-ea"/>
              <a:ea typeface="+mj-ea"/>
            </a:endParaRPr>
          </a:p>
          <a:p>
            <a:pPr marL="457200" lvl="0" indent="0" algn="l" rtl="0">
              <a:spcBef>
                <a:spcPts val="1000"/>
              </a:spcBef>
              <a:spcAft>
                <a:spcPts val="0"/>
              </a:spcAft>
              <a:buNone/>
            </a:pPr>
            <a:endParaRPr sz="2000">
              <a:latin typeface="+mj-ea"/>
              <a:ea typeface="+mj-ea"/>
            </a:endParaRPr>
          </a:p>
          <a:p>
            <a:pPr marL="457200" lvl="0" indent="-355600" algn="l" rtl="0">
              <a:spcBef>
                <a:spcPts val="1000"/>
              </a:spcBef>
              <a:spcAft>
                <a:spcPts val="0"/>
              </a:spcAft>
              <a:buSzPts val="2000"/>
              <a:buChar char="●"/>
            </a:pPr>
            <a:r>
              <a:rPr lang="ko" sz="2000">
                <a:latin typeface="+mj-ea"/>
                <a:ea typeface="+mj-ea"/>
              </a:rPr>
              <a:t>외부에 서버를 구축하여 DHCP 서버, DNS 캐시 서버, stratis와 iscsi 서버 구성을 통해 스토리지 관리를  더 편리하고 쉽게 할 수 있으며, 다양한 서버를 사용할 때 발생하는 트래픽 과부하 등을 방지</a:t>
            </a:r>
            <a:endParaRPr sz="2000">
              <a:latin typeface="+mj-ea"/>
              <a:ea typeface="+mj-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5"/>
          <p:cNvSpPr/>
          <p:nvPr/>
        </p:nvSpPr>
        <p:spPr>
          <a:xfrm>
            <a:off x="814275" y="1619850"/>
            <a:ext cx="6939900" cy="27123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226" name="Google Shape;226;p15"/>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a:latin typeface="+mj-ea"/>
                <a:ea typeface="+mj-ea"/>
              </a:rPr>
              <a:t>초기 구성도</a:t>
            </a:r>
            <a:endParaRPr sz="2500">
              <a:latin typeface="+mj-ea"/>
              <a:ea typeface="+mj-ea"/>
            </a:endParaRPr>
          </a:p>
        </p:txBody>
      </p:sp>
      <p:pic>
        <p:nvPicPr>
          <p:cNvPr id="227" name="Google Shape;227;p15"/>
          <p:cNvPicPr preferRelativeResize="0"/>
          <p:nvPr/>
        </p:nvPicPr>
        <p:blipFill>
          <a:blip r:embed="rId3">
            <a:alphaModFix/>
          </a:blip>
          <a:stretch>
            <a:fillRect/>
          </a:stretch>
        </p:blipFill>
        <p:spPr>
          <a:xfrm>
            <a:off x="1138850" y="1758750"/>
            <a:ext cx="1041925" cy="1041925"/>
          </a:xfrm>
          <a:prstGeom prst="rect">
            <a:avLst/>
          </a:prstGeom>
          <a:noFill/>
          <a:ln>
            <a:noFill/>
          </a:ln>
        </p:spPr>
      </p:pic>
      <p:pic>
        <p:nvPicPr>
          <p:cNvPr id="228" name="Google Shape;228;p15"/>
          <p:cNvPicPr preferRelativeResize="0"/>
          <p:nvPr/>
        </p:nvPicPr>
        <p:blipFill>
          <a:blip r:embed="rId3">
            <a:alphaModFix/>
          </a:blip>
          <a:stretch>
            <a:fillRect/>
          </a:stretch>
        </p:blipFill>
        <p:spPr>
          <a:xfrm>
            <a:off x="2436644" y="1758750"/>
            <a:ext cx="1041925" cy="1041925"/>
          </a:xfrm>
          <a:prstGeom prst="rect">
            <a:avLst/>
          </a:prstGeom>
          <a:noFill/>
          <a:ln>
            <a:noFill/>
          </a:ln>
        </p:spPr>
      </p:pic>
      <p:pic>
        <p:nvPicPr>
          <p:cNvPr id="229" name="Google Shape;229;p15"/>
          <p:cNvPicPr preferRelativeResize="0"/>
          <p:nvPr/>
        </p:nvPicPr>
        <p:blipFill>
          <a:blip r:embed="rId3">
            <a:alphaModFix/>
          </a:blip>
          <a:stretch>
            <a:fillRect/>
          </a:stretch>
        </p:blipFill>
        <p:spPr>
          <a:xfrm>
            <a:off x="3734438" y="1758750"/>
            <a:ext cx="1041925" cy="1041925"/>
          </a:xfrm>
          <a:prstGeom prst="rect">
            <a:avLst/>
          </a:prstGeom>
          <a:noFill/>
          <a:ln>
            <a:noFill/>
          </a:ln>
        </p:spPr>
      </p:pic>
      <p:pic>
        <p:nvPicPr>
          <p:cNvPr id="230" name="Google Shape;230;p15"/>
          <p:cNvPicPr preferRelativeResize="0"/>
          <p:nvPr/>
        </p:nvPicPr>
        <p:blipFill>
          <a:blip r:embed="rId3">
            <a:alphaModFix/>
          </a:blip>
          <a:stretch>
            <a:fillRect/>
          </a:stretch>
        </p:blipFill>
        <p:spPr>
          <a:xfrm>
            <a:off x="5032231" y="1758750"/>
            <a:ext cx="1041925" cy="1041925"/>
          </a:xfrm>
          <a:prstGeom prst="rect">
            <a:avLst/>
          </a:prstGeom>
          <a:noFill/>
          <a:ln>
            <a:noFill/>
          </a:ln>
        </p:spPr>
      </p:pic>
      <p:pic>
        <p:nvPicPr>
          <p:cNvPr id="231" name="Google Shape;231;p15"/>
          <p:cNvPicPr preferRelativeResize="0"/>
          <p:nvPr/>
        </p:nvPicPr>
        <p:blipFill>
          <a:blip r:embed="rId3">
            <a:alphaModFix/>
          </a:blip>
          <a:stretch>
            <a:fillRect/>
          </a:stretch>
        </p:blipFill>
        <p:spPr>
          <a:xfrm>
            <a:off x="6330025" y="1758750"/>
            <a:ext cx="1041925" cy="1041925"/>
          </a:xfrm>
          <a:prstGeom prst="rect">
            <a:avLst/>
          </a:prstGeom>
          <a:noFill/>
          <a:ln>
            <a:noFill/>
          </a:ln>
        </p:spPr>
      </p:pic>
      <p:pic>
        <p:nvPicPr>
          <p:cNvPr id="232" name="Google Shape;232;p15"/>
          <p:cNvPicPr preferRelativeResize="0"/>
          <p:nvPr/>
        </p:nvPicPr>
        <p:blipFill>
          <a:blip r:embed="rId3">
            <a:alphaModFix/>
          </a:blip>
          <a:stretch>
            <a:fillRect/>
          </a:stretch>
        </p:blipFill>
        <p:spPr>
          <a:xfrm>
            <a:off x="1167675" y="2953725"/>
            <a:ext cx="1041925" cy="1041925"/>
          </a:xfrm>
          <a:prstGeom prst="rect">
            <a:avLst/>
          </a:prstGeom>
          <a:noFill/>
          <a:ln>
            <a:noFill/>
          </a:ln>
        </p:spPr>
      </p:pic>
      <p:pic>
        <p:nvPicPr>
          <p:cNvPr id="233" name="Google Shape;233;p15"/>
          <p:cNvPicPr preferRelativeResize="0"/>
          <p:nvPr/>
        </p:nvPicPr>
        <p:blipFill>
          <a:blip r:embed="rId3">
            <a:alphaModFix/>
          </a:blip>
          <a:stretch>
            <a:fillRect/>
          </a:stretch>
        </p:blipFill>
        <p:spPr>
          <a:xfrm>
            <a:off x="2465469" y="2953725"/>
            <a:ext cx="1041925" cy="1041925"/>
          </a:xfrm>
          <a:prstGeom prst="rect">
            <a:avLst/>
          </a:prstGeom>
          <a:noFill/>
          <a:ln>
            <a:noFill/>
          </a:ln>
        </p:spPr>
      </p:pic>
      <p:pic>
        <p:nvPicPr>
          <p:cNvPr id="234" name="Google Shape;234;p15"/>
          <p:cNvPicPr preferRelativeResize="0"/>
          <p:nvPr/>
        </p:nvPicPr>
        <p:blipFill>
          <a:blip r:embed="rId3">
            <a:alphaModFix/>
          </a:blip>
          <a:stretch>
            <a:fillRect/>
          </a:stretch>
        </p:blipFill>
        <p:spPr>
          <a:xfrm>
            <a:off x="3763263" y="2953725"/>
            <a:ext cx="1041925" cy="1041925"/>
          </a:xfrm>
          <a:prstGeom prst="rect">
            <a:avLst/>
          </a:prstGeom>
          <a:noFill/>
          <a:ln>
            <a:noFill/>
          </a:ln>
        </p:spPr>
      </p:pic>
      <p:pic>
        <p:nvPicPr>
          <p:cNvPr id="235" name="Google Shape;235;p15"/>
          <p:cNvPicPr preferRelativeResize="0"/>
          <p:nvPr/>
        </p:nvPicPr>
        <p:blipFill>
          <a:blip r:embed="rId3">
            <a:alphaModFix/>
          </a:blip>
          <a:stretch>
            <a:fillRect/>
          </a:stretch>
        </p:blipFill>
        <p:spPr>
          <a:xfrm>
            <a:off x="5061056" y="2953725"/>
            <a:ext cx="1041925" cy="1041925"/>
          </a:xfrm>
          <a:prstGeom prst="rect">
            <a:avLst/>
          </a:prstGeom>
          <a:noFill/>
          <a:ln>
            <a:noFill/>
          </a:ln>
        </p:spPr>
      </p:pic>
      <p:pic>
        <p:nvPicPr>
          <p:cNvPr id="236" name="Google Shape;236;p15"/>
          <p:cNvPicPr preferRelativeResize="0"/>
          <p:nvPr/>
        </p:nvPicPr>
        <p:blipFill>
          <a:blip r:embed="rId3">
            <a:alphaModFix/>
          </a:blip>
          <a:stretch>
            <a:fillRect/>
          </a:stretch>
        </p:blipFill>
        <p:spPr>
          <a:xfrm>
            <a:off x="6358850" y="2953725"/>
            <a:ext cx="1041925" cy="1041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6"/>
          <p:cNvSpPr/>
          <p:nvPr/>
        </p:nvSpPr>
        <p:spPr>
          <a:xfrm>
            <a:off x="7612200" y="1898341"/>
            <a:ext cx="1130700" cy="23982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242" name="Google Shape;242;p16"/>
          <p:cNvSpPr/>
          <p:nvPr/>
        </p:nvSpPr>
        <p:spPr>
          <a:xfrm>
            <a:off x="695700" y="958146"/>
            <a:ext cx="2860500" cy="4168500"/>
          </a:xfrm>
          <a:prstGeom prst="roundRect">
            <a:avLst>
              <a:gd name="adj" fmla="val 16667"/>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243" name="Google Shape;243;p16"/>
          <p:cNvSpPr/>
          <p:nvPr/>
        </p:nvSpPr>
        <p:spPr>
          <a:xfrm>
            <a:off x="803500" y="1137575"/>
            <a:ext cx="2427900" cy="18756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pic>
        <p:nvPicPr>
          <p:cNvPr id="244" name="Google Shape;244;p16"/>
          <p:cNvPicPr preferRelativeResize="0"/>
          <p:nvPr/>
        </p:nvPicPr>
        <p:blipFill>
          <a:blip r:embed="rId3">
            <a:alphaModFix/>
          </a:blip>
          <a:stretch>
            <a:fillRect/>
          </a:stretch>
        </p:blipFill>
        <p:spPr>
          <a:xfrm>
            <a:off x="972538" y="1308242"/>
            <a:ext cx="442085" cy="383156"/>
          </a:xfrm>
          <a:prstGeom prst="rect">
            <a:avLst/>
          </a:prstGeom>
          <a:noFill/>
          <a:ln>
            <a:noFill/>
          </a:ln>
        </p:spPr>
      </p:pic>
      <p:pic>
        <p:nvPicPr>
          <p:cNvPr id="245" name="Google Shape;245;p16"/>
          <p:cNvPicPr preferRelativeResize="0"/>
          <p:nvPr/>
        </p:nvPicPr>
        <p:blipFill>
          <a:blip r:embed="rId3">
            <a:alphaModFix/>
          </a:blip>
          <a:stretch>
            <a:fillRect/>
          </a:stretch>
        </p:blipFill>
        <p:spPr>
          <a:xfrm>
            <a:off x="1504226" y="1308242"/>
            <a:ext cx="442085" cy="383156"/>
          </a:xfrm>
          <a:prstGeom prst="rect">
            <a:avLst/>
          </a:prstGeom>
          <a:noFill/>
          <a:ln>
            <a:noFill/>
          </a:ln>
        </p:spPr>
      </p:pic>
      <p:pic>
        <p:nvPicPr>
          <p:cNvPr id="246" name="Google Shape;246;p16"/>
          <p:cNvPicPr preferRelativeResize="0"/>
          <p:nvPr/>
        </p:nvPicPr>
        <p:blipFill>
          <a:blip r:embed="rId3">
            <a:alphaModFix/>
          </a:blip>
          <a:stretch>
            <a:fillRect/>
          </a:stretch>
        </p:blipFill>
        <p:spPr>
          <a:xfrm>
            <a:off x="2035914" y="1308242"/>
            <a:ext cx="442085" cy="383156"/>
          </a:xfrm>
          <a:prstGeom prst="rect">
            <a:avLst/>
          </a:prstGeom>
          <a:noFill/>
          <a:ln>
            <a:noFill/>
          </a:ln>
        </p:spPr>
      </p:pic>
      <p:pic>
        <p:nvPicPr>
          <p:cNvPr id="247" name="Google Shape;247;p16"/>
          <p:cNvPicPr preferRelativeResize="0"/>
          <p:nvPr/>
        </p:nvPicPr>
        <p:blipFill>
          <a:blip r:embed="rId3">
            <a:alphaModFix/>
          </a:blip>
          <a:stretch>
            <a:fillRect/>
          </a:stretch>
        </p:blipFill>
        <p:spPr>
          <a:xfrm>
            <a:off x="2550098" y="1308234"/>
            <a:ext cx="442085" cy="383156"/>
          </a:xfrm>
          <a:prstGeom prst="rect">
            <a:avLst/>
          </a:prstGeom>
          <a:noFill/>
          <a:ln>
            <a:noFill/>
          </a:ln>
        </p:spPr>
      </p:pic>
      <p:pic>
        <p:nvPicPr>
          <p:cNvPr id="248" name="Google Shape;248;p16"/>
          <p:cNvPicPr preferRelativeResize="0"/>
          <p:nvPr/>
        </p:nvPicPr>
        <p:blipFill>
          <a:blip r:embed="rId3">
            <a:alphaModFix/>
          </a:blip>
          <a:stretch>
            <a:fillRect/>
          </a:stretch>
        </p:blipFill>
        <p:spPr>
          <a:xfrm>
            <a:off x="972523" y="1795952"/>
            <a:ext cx="442085" cy="383156"/>
          </a:xfrm>
          <a:prstGeom prst="rect">
            <a:avLst/>
          </a:prstGeom>
          <a:noFill/>
          <a:ln>
            <a:noFill/>
          </a:ln>
        </p:spPr>
      </p:pic>
      <p:pic>
        <p:nvPicPr>
          <p:cNvPr id="249" name="Google Shape;249;p16"/>
          <p:cNvPicPr preferRelativeResize="0"/>
          <p:nvPr/>
        </p:nvPicPr>
        <p:blipFill>
          <a:blip r:embed="rId3">
            <a:alphaModFix/>
          </a:blip>
          <a:stretch>
            <a:fillRect/>
          </a:stretch>
        </p:blipFill>
        <p:spPr>
          <a:xfrm>
            <a:off x="1524936" y="1795941"/>
            <a:ext cx="442085" cy="383156"/>
          </a:xfrm>
          <a:prstGeom prst="rect">
            <a:avLst/>
          </a:prstGeom>
          <a:noFill/>
          <a:ln>
            <a:noFill/>
          </a:ln>
        </p:spPr>
      </p:pic>
      <p:pic>
        <p:nvPicPr>
          <p:cNvPr id="250" name="Google Shape;250;p16"/>
          <p:cNvPicPr preferRelativeResize="0"/>
          <p:nvPr/>
        </p:nvPicPr>
        <p:blipFill>
          <a:blip r:embed="rId3">
            <a:alphaModFix/>
          </a:blip>
          <a:stretch>
            <a:fillRect/>
          </a:stretch>
        </p:blipFill>
        <p:spPr>
          <a:xfrm>
            <a:off x="2056603" y="1795933"/>
            <a:ext cx="442085" cy="383156"/>
          </a:xfrm>
          <a:prstGeom prst="rect">
            <a:avLst/>
          </a:prstGeom>
          <a:noFill/>
          <a:ln>
            <a:noFill/>
          </a:ln>
        </p:spPr>
      </p:pic>
      <p:pic>
        <p:nvPicPr>
          <p:cNvPr id="251" name="Google Shape;251;p16"/>
          <p:cNvPicPr preferRelativeResize="0"/>
          <p:nvPr/>
        </p:nvPicPr>
        <p:blipFill>
          <a:blip r:embed="rId3">
            <a:alphaModFix/>
          </a:blip>
          <a:stretch>
            <a:fillRect/>
          </a:stretch>
        </p:blipFill>
        <p:spPr>
          <a:xfrm>
            <a:off x="2588291" y="1795933"/>
            <a:ext cx="442085" cy="383156"/>
          </a:xfrm>
          <a:prstGeom prst="rect">
            <a:avLst/>
          </a:prstGeom>
          <a:noFill/>
          <a:ln>
            <a:noFill/>
          </a:ln>
        </p:spPr>
      </p:pic>
      <p:pic>
        <p:nvPicPr>
          <p:cNvPr id="252" name="Google Shape;252;p16"/>
          <p:cNvPicPr preferRelativeResize="0"/>
          <p:nvPr/>
        </p:nvPicPr>
        <p:blipFill>
          <a:blip r:embed="rId3">
            <a:alphaModFix/>
          </a:blip>
          <a:stretch>
            <a:fillRect/>
          </a:stretch>
        </p:blipFill>
        <p:spPr>
          <a:xfrm>
            <a:off x="987508" y="2283686"/>
            <a:ext cx="442085" cy="383156"/>
          </a:xfrm>
          <a:prstGeom prst="rect">
            <a:avLst/>
          </a:prstGeom>
          <a:noFill/>
          <a:ln>
            <a:noFill/>
          </a:ln>
        </p:spPr>
      </p:pic>
      <p:pic>
        <p:nvPicPr>
          <p:cNvPr id="253" name="Google Shape;253;p16"/>
          <p:cNvPicPr preferRelativeResize="0"/>
          <p:nvPr/>
        </p:nvPicPr>
        <p:blipFill>
          <a:blip r:embed="rId3">
            <a:alphaModFix/>
          </a:blip>
          <a:stretch>
            <a:fillRect/>
          </a:stretch>
        </p:blipFill>
        <p:spPr>
          <a:xfrm>
            <a:off x="1524927" y="2283651"/>
            <a:ext cx="442085" cy="383156"/>
          </a:xfrm>
          <a:prstGeom prst="rect">
            <a:avLst/>
          </a:prstGeom>
          <a:noFill/>
          <a:ln>
            <a:noFill/>
          </a:ln>
        </p:spPr>
      </p:pic>
      <p:sp>
        <p:nvSpPr>
          <p:cNvPr id="254" name="Google Shape;254;p16"/>
          <p:cNvSpPr txBox="1"/>
          <p:nvPr/>
        </p:nvSpPr>
        <p:spPr>
          <a:xfrm>
            <a:off x="844950" y="1308242"/>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server1</a:t>
            </a:r>
            <a:endParaRPr sz="800" b="1">
              <a:solidFill>
                <a:srgbClr val="263248"/>
              </a:solidFill>
              <a:latin typeface="+mj-ea"/>
              <a:ea typeface="+mj-ea"/>
              <a:cs typeface="Roboto Condensed"/>
              <a:sym typeface="Roboto Condensed"/>
            </a:endParaRPr>
          </a:p>
        </p:txBody>
      </p:sp>
      <p:sp>
        <p:nvSpPr>
          <p:cNvPr id="255" name="Google Shape;255;p16"/>
          <p:cNvSpPr txBox="1"/>
          <p:nvPr/>
        </p:nvSpPr>
        <p:spPr>
          <a:xfrm>
            <a:off x="1376639" y="1308242"/>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server2</a:t>
            </a:r>
            <a:endParaRPr sz="800" b="1">
              <a:solidFill>
                <a:srgbClr val="263248"/>
              </a:solidFill>
              <a:latin typeface="+mj-ea"/>
              <a:ea typeface="+mj-ea"/>
              <a:cs typeface="Roboto Condensed"/>
              <a:sym typeface="Roboto Condensed"/>
            </a:endParaRPr>
          </a:p>
        </p:txBody>
      </p:sp>
      <p:sp>
        <p:nvSpPr>
          <p:cNvPr id="256" name="Google Shape;256;p16"/>
          <p:cNvSpPr txBox="1"/>
          <p:nvPr/>
        </p:nvSpPr>
        <p:spPr>
          <a:xfrm>
            <a:off x="1908328" y="1308242"/>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server3</a:t>
            </a:r>
            <a:endParaRPr sz="800" b="1">
              <a:solidFill>
                <a:srgbClr val="263248"/>
              </a:solidFill>
              <a:latin typeface="+mj-ea"/>
              <a:ea typeface="+mj-ea"/>
              <a:cs typeface="Roboto Condensed"/>
              <a:sym typeface="Roboto Condensed"/>
            </a:endParaRPr>
          </a:p>
        </p:txBody>
      </p:sp>
      <p:sp>
        <p:nvSpPr>
          <p:cNvPr id="257" name="Google Shape;257;p16"/>
          <p:cNvSpPr txBox="1"/>
          <p:nvPr/>
        </p:nvSpPr>
        <p:spPr>
          <a:xfrm>
            <a:off x="2422520" y="1308232"/>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server4</a:t>
            </a:r>
            <a:endParaRPr sz="800" b="1">
              <a:solidFill>
                <a:srgbClr val="263248"/>
              </a:solidFill>
              <a:latin typeface="+mj-ea"/>
              <a:ea typeface="+mj-ea"/>
              <a:cs typeface="Roboto Condensed"/>
              <a:sym typeface="Roboto Condensed"/>
            </a:endParaRPr>
          </a:p>
        </p:txBody>
      </p:sp>
      <p:sp>
        <p:nvSpPr>
          <p:cNvPr id="258" name="Google Shape;258;p16"/>
          <p:cNvSpPr txBox="1"/>
          <p:nvPr/>
        </p:nvSpPr>
        <p:spPr>
          <a:xfrm>
            <a:off x="844947" y="1795950"/>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server5</a:t>
            </a:r>
            <a:endParaRPr sz="800" b="1">
              <a:solidFill>
                <a:srgbClr val="263248"/>
              </a:solidFill>
              <a:latin typeface="+mj-ea"/>
              <a:ea typeface="+mj-ea"/>
              <a:cs typeface="Roboto Condensed"/>
              <a:sym typeface="Roboto Condensed"/>
            </a:endParaRPr>
          </a:p>
        </p:txBody>
      </p:sp>
      <p:sp>
        <p:nvSpPr>
          <p:cNvPr id="259" name="Google Shape;259;p16"/>
          <p:cNvSpPr txBox="1"/>
          <p:nvPr/>
        </p:nvSpPr>
        <p:spPr>
          <a:xfrm>
            <a:off x="1397362" y="1795939"/>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server6</a:t>
            </a:r>
            <a:endParaRPr sz="800" b="1">
              <a:solidFill>
                <a:srgbClr val="263248"/>
              </a:solidFill>
              <a:latin typeface="+mj-ea"/>
              <a:ea typeface="+mj-ea"/>
              <a:cs typeface="Roboto Condensed"/>
              <a:sym typeface="Roboto Condensed"/>
            </a:endParaRPr>
          </a:p>
        </p:txBody>
      </p:sp>
      <p:sp>
        <p:nvSpPr>
          <p:cNvPr id="260" name="Google Shape;260;p16"/>
          <p:cNvSpPr txBox="1"/>
          <p:nvPr/>
        </p:nvSpPr>
        <p:spPr>
          <a:xfrm>
            <a:off x="1929026" y="1795938"/>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server7</a:t>
            </a:r>
            <a:endParaRPr sz="800" b="1">
              <a:solidFill>
                <a:srgbClr val="263248"/>
              </a:solidFill>
              <a:latin typeface="+mj-ea"/>
              <a:ea typeface="+mj-ea"/>
              <a:cs typeface="Roboto Condensed"/>
              <a:sym typeface="Roboto Condensed"/>
            </a:endParaRPr>
          </a:p>
        </p:txBody>
      </p:sp>
      <p:sp>
        <p:nvSpPr>
          <p:cNvPr id="261" name="Google Shape;261;p16"/>
          <p:cNvSpPr txBox="1"/>
          <p:nvPr/>
        </p:nvSpPr>
        <p:spPr>
          <a:xfrm>
            <a:off x="2460715" y="1795938"/>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server8</a:t>
            </a:r>
            <a:endParaRPr sz="800" b="1">
              <a:solidFill>
                <a:srgbClr val="263248"/>
              </a:solidFill>
              <a:latin typeface="+mj-ea"/>
              <a:ea typeface="+mj-ea"/>
              <a:cs typeface="Roboto Condensed"/>
              <a:sym typeface="Roboto Condensed"/>
            </a:endParaRPr>
          </a:p>
        </p:txBody>
      </p:sp>
      <p:sp>
        <p:nvSpPr>
          <p:cNvPr id="262" name="Google Shape;262;p16"/>
          <p:cNvSpPr txBox="1"/>
          <p:nvPr/>
        </p:nvSpPr>
        <p:spPr>
          <a:xfrm>
            <a:off x="859933" y="2283691"/>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server9</a:t>
            </a:r>
            <a:endParaRPr sz="800" b="1">
              <a:solidFill>
                <a:srgbClr val="263248"/>
              </a:solidFill>
              <a:latin typeface="+mj-ea"/>
              <a:ea typeface="+mj-ea"/>
              <a:cs typeface="Roboto Condensed"/>
              <a:sym typeface="Roboto Condensed"/>
            </a:endParaRPr>
          </a:p>
        </p:txBody>
      </p:sp>
      <p:sp>
        <p:nvSpPr>
          <p:cNvPr id="263" name="Google Shape;263;p16"/>
          <p:cNvSpPr txBox="1"/>
          <p:nvPr/>
        </p:nvSpPr>
        <p:spPr>
          <a:xfrm>
            <a:off x="1397339" y="2283637"/>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server10</a:t>
            </a:r>
            <a:endParaRPr sz="800" b="1">
              <a:solidFill>
                <a:srgbClr val="263248"/>
              </a:solidFill>
              <a:latin typeface="+mj-ea"/>
              <a:ea typeface="+mj-ea"/>
              <a:cs typeface="Roboto Condensed"/>
              <a:sym typeface="Roboto Condensed"/>
            </a:endParaRPr>
          </a:p>
        </p:txBody>
      </p:sp>
      <p:sp>
        <p:nvSpPr>
          <p:cNvPr id="264" name="Google Shape;264;p16"/>
          <p:cNvSpPr/>
          <p:nvPr/>
        </p:nvSpPr>
        <p:spPr>
          <a:xfrm>
            <a:off x="7802724" y="1962444"/>
            <a:ext cx="753600" cy="2256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500" b="1">
                <a:solidFill>
                  <a:srgbClr val="263248"/>
                </a:solidFill>
                <a:latin typeface="+mj-ea"/>
                <a:ea typeface="+mj-ea"/>
                <a:cs typeface="Roboto Condensed"/>
                <a:sym typeface="Roboto Condensed"/>
              </a:rPr>
              <a:t>ISP</a:t>
            </a:r>
            <a:endParaRPr sz="1500" b="1" i="0" u="none" strike="noStrike" cap="none">
              <a:solidFill>
                <a:srgbClr val="263248"/>
              </a:solidFill>
              <a:latin typeface="+mj-ea"/>
              <a:ea typeface="+mj-ea"/>
              <a:cs typeface="Roboto Condensed"/>
              <a:sym typeface="Roboto Condensed"/>
            </a:endParaRPr>
          </a:p>
        </p:txBody>
      </p:sp>
      <p:sp>
        <p:nvSpPr>
          <p:cNvPr id="265" name="Google Shape;265;p16"/>
          <p:cNvSpPr txBox="1"/>
          <p:nvPr/>
        </p:nvSpPr>
        <p:spPr>
          <a:xfrm>
            <a:off x="2301143" y="2717109"/>
            <a:ext cx="7536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DNS cache</a:t>
            </a:r>
            <a:endParaRPr sz="800" b="1">
              <a:solidFill>
                <a:srgbClr val="263248"/>
              </a:solidFill>
              <a:latin typeface="+mj-ea"/>
              <a:ea typeface="+mj-ea"/>
              <a:cs typeface="Roboto Condensed"/>
              <a:sym typeface="Roboto Condensed"/>
            </a:endParaRPr>
          </a:p>
        </p:txBody>
      </p:sp>
      <p:pic>
        <p:nvPicPr>
          <p:cNvPr id="266" name="Google Shape;266;p16"/>
          <p:cNvPicPr preferRelativeResize="0"/>
          <p:nvPr/>
        </p:nvPicPr>
        <p:blipFill>
          <a:blip r:embed="rId4">
            <a:alphaModFix/>
          </a:blip>
          <a:stretch>
            <a:fillRect/>
          </a:stretch>
        </p:blipFill>
        <p:spPr>
          <a:xfrm>
            <a:off x="2213403" y="3073322"/>
            <a:ext cx="304937" cy="264289"/>
          </a:xfrm>
          <a:prstGeom prst="rect">
            <a:avLst/>
          </a:prstGeom>
          <a:noFill/>
          <a:ln>
            <a:noFill/>
          </a:ln>
        </p:spPr>
      </p:pic>
      <p:sp>
        <p:nvSpPr>
          <p:cNvPr id="267" name="Google Shape;267;p16"/>
          <p:cNvSpPr txBox="1"/>
          <p:nvPr/>
        </p:nvSpPr>
        <p:spPr>
          <a:xfrm>
            <a:off x="2329328" y="3072072"/>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S/W</a:t>
            </a:r>
            <a:endParaRPr sz="800" b="1">
              <a:solidFill>
                <a:srgbClr val="263248"/>
              </a:solidFill>
              <a:latin typeface="+mj-ea"/>
              <a:ea typeface="+mj-ea"/>
              <a:cs typeface="Roboto Condensed"/>
              <a:sym typeface="Roboto Condensed"/>
            </a:endParaRPr>
          </a:p>
        </p:txBody>
      </p:sp>
      <p:cxnSp>
        <p:nvCxnSpPr>
          <p:cNvPr id="268" name="Google Shape;268;p16"/>
          <p:cNvCxnSpPr>
            <a:stCxn id="266" idx="2"/>
            <a:endCxn id="269" idx="0"/>
          </p:cNvCxnSpPr>
          <p:nvPr/>
        </p:nvCxnSpPr>
        <p:spPr>
          <a:xfrm>
            <a:off x="2365871" y="3337611"/>
            <a:ext cx="0" cy="243900"/>
          </a:xfrm>
          <a:prstGeom prst="straightConnector1">
            <a:avLst/>
          </a:prstGeom>
          <a:noFill/>
          <a:ln w="19050" cap="flat" cmpd="sng">
            <a:solidFill>
              <a:schemeClr val="dk2"/>
            </a:solidFill>
            <a:prstDash val="solid"/>
            <a:round/>
            <a:headEnd type="none" w="med" len="med"/>
            <a:tailEnd type="none" w="med" len="med"/>
          </a:ln>
        </p:spPr>
      </p:cxnSp>
      <p:sp>
        <p:nvSpPr>
          <p:cNvPr id="270" name="Google Shape;270;p16"/>
          <p:cNvSpPr/>
          <p:nvPr/>
        </p:nvSpPr>
        <p:spPr>
          <a:xfrm>
            <a:off x="808316" y="3961159"/>
            <a:ext cx="2418300" cy="7743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271" name="Google Shape;271;p16"/>
          <p:cNvSpPr/>
          <p:nvPr/>
        </p:nvSpPr>
        <p:spPr>
          <a:xfrm>
            <a:off x="930642" y="3803129"/>
            <a:ext cx="1291500" cy="1977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500" b="1">
                <a:solidFill>
                  <a:srgbClr val="263248"/>
                </a:solidFill>
                <a:latin typeface="+mj-ea"/>
                <a:ea typeface="+mj-ea"/>
                <a:cs typeface="Roboto Condensed"/>
                <a:sym typeface="Roboto Condensed"/>
              </a:rPr>
              <a:t>Server Pool</a:t>
            </a:r>
            <a:endParaRPr sz="1500" b="1" i="0" u="none" strike="noStrike" cap="none">
              <a:solidFill>
                <a:srgbClr val="263248"/>
              </a:solidFill>
              <a:latin typeface="+mj-ea"/>
              <a:ea typeface="+mj-ea"/>
              <a:cs typeface="Roboto Condensed"/>
              <a:sym typeface="Roboto Condensed"/>
            </a:endParaRPr>
          </a:p>
        </p:txBody>
      </p:sp>
      <p:sp>
        <p:nvSpPr>
          <p:cNvPr id="272" name="Google Shape;272;p16"/>
          <p:cNvSpPr/>
          <p:nvPr/>
        </p:nvSpPr>
        <p:spPr>
          <a:xfrm>
            <a:off x="930651" y="4296492"/>
            <a:ext cx="472500" cy="197700"/>
          </a:xfrm>
          <a:prstGeom prst="snip1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000" b="1">
                <a:solidFill>
                  <a:schemeClr val="lt1"/>
                </a:solidFill>
                <a:latin typeface="+mj-ea"/>
                <a:ea typeface="+mj-ea"/>
                <a:cs typeface="Roboto Condensed"/>
                <a:sym typeface="Roboto Condensed"/>
              </a:rPr>
              <a:t>NFS</a:t>
            </a:r>
            <a:endParaRPr sz="1000">
              <a:solidFill>
                <a:schemeClr val="lt1"/>
              </a:solidFill>
              <a:latin typeface="+mj-ea"/>
              <a:ea typeface="+mj-ea"/>
              <a:cs typeface="Roboto Condensed"/>
              <a:sym typeface="Roboto Condensed"/>
            </a:endParaRPr>
          </a:p>
        </p:txBody>
      </p:sp>
      <p:sp>
        <p:nvSpPr>
          <p:cNvPr id="273" name="Google Shape;273;p16"/>
          <p:cNvSpPr/>
          <p:nvPr/>
        </p:nvSpPr>
        <p:spPr>
          <a:xfrm>
            <a:off x="1430799" y="4296485"/>
            <a:ext cx="499800" cy="197700"/>
          </a:xfrm>
          <a:prstGeom prst="snip1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000" b="1">
                <a:solidFill>
                  <a:schemeClr val="lt1"/>
                </a:solidFill>
                <a:latin typeface="+mj-ea"/>
                <a:ea typeface="+mj-ea"/>
                <a:cs typeface="Roboto Condensed"/>
                <a:sym typeface="Roboto Condensed"/>
              </a:rPr>
              <a:t>DNS</a:t>
            </a:r>
            <a:endParaRPr sz="1000">
              <a:solidFill>
                <a:schemeClr val="lt1"/>
              </a:solidFill>
              <a:latin typeface="+mj-ea"/>
              <a:ea typeface="+mj-ea"/>
              <a:cs typeface="Roboto Condensed"/>
              <a:sym typeface="Roboto Condensed"/>
            </a:endParaRPr>
          </a:p>
        </p:txBody>
      </p:sp>
      <p:sp>
        <p:nvSpPr>
          <p:cNvPr id="274" name="Google Shape;274;p16"/>
          <p:cNvSpPr/>
          <p:nvPr/>
        </p:nvSpPr>
        <p:spPr>
          <a:xfrm>
            <a:off x="1958171" y="4296485"/>
            <a:ext cx="536100" cy="197700"/>
          </a:xfrm>
          <a:prstGeom prst="snip1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000" b="1">
                <a:solidFill>
                  <a:schemeClr val="lt1"/>
                </a:solidFill>
                <a:latin typeface="+mj-ea"/>
                <a:ea typeface="+mj-ea"/>
                <a:cs typeface="Roboto Condensed"/>
                <a:sym typeface="Roboto Condensed"/>
              </a:rPr>
              <a:t>ISCSI</a:t>
            </a:r>
            <a:endParaRPr sz="1000">
              <a:solidFill>
                <a:schemeClr val="lt1"/>
              </a:solidFill>
              <a:latin typeface="+mj-ea"/>
              <a:ea typeface="+mj-ea"/>
              <a:cs typeface="Roboto Condensed"/>
              <a:sym typeface="Roboto Condensed"/>
            </a:endParaRPr>
          </a:p>
        </p:txBody>
      </p:sp>
      <p:sp>
        <p:nvSpPr>
          <p:cNvPr id="275" name="Google Shape;275;p16"/>
          <p:cNvSpPr/>
          <p:nvPr/>
        </p:nvSpPr>
        <p:spPr>
          <a:xfrm>
            <a:off x="2522058" y="4296492"/>
            <a:ext cx="582300" cy="197700"/>
          </a:xfrm>
          <a:prstGeom prst="snip1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000" b="1">
                <a:solidFill>
                  <a:schemeClr val="lt1"/>
                </a:solidFill>
                <a:latin typeface="+mj-ea"/>
                <a:ea typeface="+mj-ea"/>
                <a:cs typeface="Roboto Condensed"/>
                <a:sym typeface="Roboto Condensed"/>
              </a:rPr>
              <a:t>DHCP</a:t>
            </a:r>
            <a:endParaRPr sz="1000">
              <a:solidFill>
                <a:schemeClr val="lt1"/>
              </a:solidFill>
              <a:latin typeface="+mj-ea"/>
              <a:ea typeface="+mj-ea"/>
              <a:cs typeface="Roboto Condensed"/>
              <a:sym typeface="Roboto Condensed"/>
            </a:endParaRPr>
          </a:p>
        </p:txBody>
      </p:sp>
      <p:pic>
        <p:nvPicPr>
          <p:cNvPr id="276" name="Google Shape;276;p16"/>
          <p:cNvPicPr preferRelativeResize="0"/>
          <p:nvPr/>
        </p:nvPicPr>
        <p:blipFill>
          <a:blip r:embed="rId4">
            <a:alphaModFix/>
          </a:blip>
          <a:stretch>
            <a:fillRect/>
          </a:stretch>
        </p:blipFill>
        <p:spPr>
          <a:xfrm>
            <a:off x="3556200" y="1840112"/>
            <a:ext cx="304937" cy="264289"/>
          </a:xfrm>
          <a:prstGeom prst="rect">
            <a:avLst/>
          </a:prstGeom>
          <a:noFill/>
          <a:ln>
            <a:noFill/>
          </a:ln>
        </p:spPr>
      </p:pic>
      <p:sp>
        <p:nvSpPr>
          <p:cNvPr id="277" name="Google Shape;277;p16"/>
          <p:cNvSpPr txBox="1"/>
          <p:nvPr/>
        </p:nvSpPr>
        <p:spPr>
          <a:xfrm>
            <a:off x="3360036" y="2080747"/>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S/W</a:t>
            </a:r>
            <a:endParaRPr sz="800" b="1">
              <a:solidFill>
                <a:srgbClr val="263248"/>
              </a:solidFill>
              <a:latin typeface="+mj-ea"/>
              <a:ea typeface="+mj-ea"/>
              <a:cs typeface="Roboto Condensed"/>
              <a:sym typeface="Roboto Condensed"/>
            </a:endParaRPr>
          </a:p>
        </p:txBody>
      </p:sp>
      <p:pic>
        <p:nvPicPr>
          <p:cNvPr id="278" name="Google Shape;278;p16"/>
          <p:cNvPicPr preferRelativeResize="0"/>
          <p:nvPr/>
        </p:nvPicPr>
        <p:blipFill>
          <a:blip r:embed="rId4">
            <a:alphaModFix/>
          </a:blip>
          <a:stretch>
            <a:fillRect/>
          </a:stretch>
        </p:blipFill>
        <p:spPr>
          <a:xfrm>
            <a:off x="3556197" y="4126000"/>
            <a:ext cx="304937" cy="264289"/>
          </a:xfrm>
          <a:prstGeom prst="rect">
            <a:avLst/>
          </a:prstGeom>
          <a:noFill/>
          <a:ln>
            <a:noFill/>
          </a:ln>
        </p:spPr>
      </p:pic>
      <p:sp>
        <p:nvSpPr>
          <p:cNvPr id="279" name="Google Shape;279;p16"/>
          <p:cNvSpPr txBox="1"/>
          <p:nvPr/>
        </p:nvSpPr>
        <p:spPr>
          <a:xfrm>
            <a:off x="3360033" y="4366635"/>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S/W</a:t>
            </a:r>
            <a:endParaRPr sz="800" b="1">
              <a:solidFill>
                <a:srgbClr val="263248"/>
              </a:solidFill>
              <a:latin typeface="+mj-ea"/>
              <a:ea typeface="+mj-ea"/>
              <a:cs typeface="Roboto Condensed"/>
              <a:sym typeface="Roboto Condensed"/>
            </a:endParaRPr>
          </a:p>
        </p:txBody>
      </p:sp>
      <p:cxnSp>
        <p:nvCxnSpPr>
          <p:cNvPr id="280" name="Google Shape;280;p16"/>
          <p:cNvCxnSpPr>
            <a:stCxn id="276" idx="3"/>
            <a:endCxn id="281" idx="0"/>
          </p:cNvCxnSpPr>
          <p:nvPr/>
        </p:nvCxnSpPr>
        <p:spPr>
          <a:xfrm>
            <a:off x="3861137" y="1972256"/>
            <a:ext cx="1189800" cy="714900"/>
          </a:xfrm>
          <a:prstGeom prst="bentConnector2">
            <a:avLst/>
          </a:prstGeom>
          <a:noFill/>
          <a:ln w="19050" cap="flat" cmpd="sng">
            <a:solidFill>
              <a:schemeClr val="dk2"/>
            </a:solidFill>
            <a:prstDash val="solid"/>
            <a:round/>
            <a:headEnd type="none" w="med" len="med"/>
            <a:tailEnd type="none" w="med" len="med"/>
          </a:ln>
        </p:spPr>
      </p:cxnSp>
      <p:cxnSp>
        <p:nvCxnSpPr>
          <p:cNvPr id="282" name="Google Shape;282;p16"/>
          <p:cNvCxnSpPr>
            <a:stCxn id="278" idx="3"/>
            <a:endCxn id="281" idx="2"/>
          </p:cNvCxnSpPr>
          <p:nvPr/>
        </p:nvCxnSpPr>
        <p:spPr>
          <a:xfrm rot="10800000" flipH="1">
            <a:off x="3861134" y="3250745"/>
            <a:ext cx="1189800" cy="1007400"/>
          </a:xfrm>
          <a:prstGeom prst="bentConnector2">
            <a:avLst/>
          </a:prstGeom>
          <a:noFill/>
          <a:ln w="19050" cap="flat" cmpd="sng">
            <a:solidFill>
              <a:schemeClr val="dk2"/>
            </a:solidFill>
            <a:prstDash val="solid"/>
            <a:round/>
            <a:headEnd type="none" w="med" len="med"/>
            <a:tailEnd type="none" w="med" len="med"/>
          </a:ln>
        </p:spPr>
      </p:cxnSp>
      <p:sp>
        <p:nvSpPr>
          <p:cNvPr id="283" name="Google Shape;283;p16"/>
          <p:cNvSpPr txBox="1"/>
          <p:nvPr/>
        </p:nvSpPr>
        <p:spPr>
          <a:xfrm>
            <a:off x="6438436" y="3013025"/>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Router</a:t>
            </a:r>
            <a:endParaRPr sz="800" b="1">
              <a:solidFill>
                <a:srgbClr val="263248"/>
              </a:solidFill>
              <a:latin typeface="+mj-ea"/>
              <a:ea typeface="+mj-ea"/>
              <a:cs typeface="Roboto Condensed"/>
              <a:sym typeface="Roboto Condensed"/>
            </a:endParaRPr>
          </a:p>
        </p:txBody>
      </p:sp>
      <p:grpSp>
        <p:nvGrpSpPr>
          <p:cNvPr id="284" name="Google Shape;284;p16"/>
          <p:cNvGrpSpPr/>
          <p:nvPr/>
        </p:nvGrpSpPr>
        <p:grpSpPr>
          <a:xfrm>
            <a:off x="7830924" y="3063498"/>
            <a:ext cx="697200" cy="570992"/>
            <a:chOff x="7818128" y="2745675"/>
            <a:chExt cx="697200" cy="658812"/>
          </a:xfrm>
        </p:grpSpPr>
        <p:pic>
          <p:nvPicPr>
            <p:cNvPr id="285" name="Google Shape;285;p16"/>
            <p:cNvPicPr preferRelativeResize="0"/>
            <p:nvPr/>
          </p:nvPicPr>
          <p:blipFill>
            <a:blip r:embed="rId5">
              <a:alphaModFix/>
            </a:blip>
            <a:stretch>
              <a:fillRect/>
            </a:stretch>
          </p:blipFill>
          <p:spPr>
            <a:xfrm>
              <a:off x="7975778" y="2745675"/>
              <a:ext cx="381900" cy="381900"/>
            </a:xfrm>
            <a:prstGeom prst="rect">
              <a:avLst/>
            </a:prstGeom>
            <a:noFill/>
            <a:ln>
              <a:noFill/>
            </a:ln>
          </p:spPr>
        </p:pic>
        <p:sp>
          <p:nvSpPr>
            <p:cNvPr id="286" name="Google Shape;286;p16"/>
            <p:cNvSpPr txBox="1"/>
            <p:nvPr/>
          </p:nvSpPr>
          <p:spPr>
            <a:xfrm>
              <a:off x="7818128" y="3049287"/>
              <a:ext cx="697200" cy="355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WEB</a:t>
              </a:r>
              <a:endParaRPr sz="800" b="1">
                <a:solidFill>
                  <a:srgbClr val="263248"/>
                </a:solidFill>
                <a:latin typeface="+mj-ea"/>
                <a:ea typeface="+mj-ea"/>
                <a:cs typeface="Roboto Condensed"/>
                <a:sym typeface="Roboto Condensed"/>
              </a:endParaRPr>
            </a:p>
          </p:txBody>
        </p:sp>
      </p:grpSp>
      <p:sp>
        <p:nvSpPr>
          <p:cNvPr id="287" name="Google Shape;287;p16"/>
          <p:cNvSpPr/>
          <p:nvPr/>
        </p:nvSpPr>
        <p:spPr>
          <a:xfrm>
            <a:off x="1010475" y="747625"/>
            <a:ext cx="900000" cy="225600"/>
          </a:xfrm>
          <a:prstGeom prst="roundRect">
            <a:avLst>
              <a:gd name="adj" fmla="val 16667"/>
            </a:avLst>
          </a:prstGeom>
          <a:solidFill>
            <a:srgbClr val="F6B26B"/>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500" b="1">
                <a:solidFill>
                  <a:srgbClr val="263248"/>
                </a:solidFill>
                <a:latin typeface="+mj-ea"/>
                <a:ea typeface="+mj-ea"/>
                <a:cs typeface="Roboto Condensed"/>
                <a:sym typeface="Roboto Condensed"/>
              </a:rPr>
              <a:t>Subnet</a:t>
            </a:r>
            <a:endParaRPr sz="1500" b="1" i="0" u="none" strike="noStrike" cap="none">
              <a:solidFill>
                <a:srgbClr val="263248"/>
              </a:solidFill>
              <a:latin typeface="+mj-ea"/>
              <a:ea typeface="+mj-ea"/>
              <a:cs typeface="Roboto Condensed"/>
              <a:sym typeface="Roboto Condensed"/>
            </a:endParaRPr>
          </a:p>
        </p:txBody>
      </p:sp>
      <p:pic>
        <p:nvPicPr>
          <p:cNvPr id="269" name="Google Shape;269;p16"/>
          <p:cNvPicPr preferRelativeResize="0"/>
          <p:nvPr/>
        </p:nvPicPr>
        <p:blipFill>
          <a:blip r:embed="rId4">
            <a:alphaModFix/>
          </a:blip>
          <a:stretch>
            <a:fillRect/>
          </a:stretch>
        </p:blipFill>
        <p:spPr>
          <a:xfrm>
            <a:off x="2213403" y="3581386"/>
            <a:ext cx="304937" cy="264289"/>
          </a:xfrm>
          <a:prstGeom prst="rect">
            <a:avLst/>
          </a:prstGeom>
          <a:noFill/>
          <a:ln>
            <a:noFill/>
          </a:ln>
        </p:spPr>
      </p:pic>
      <p:sp>
        <p:nvSpPr>
          <p:cNvPr id="288" name="Google Shape;288;p16"/>
          <p:cNvSpPr txBox="1"/>
          <p:nvPr/>
        </p:nvSpPr>
        <p:spPr>
          <a:xfrm>
            <a:off x="2435657" y="3591360"/>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Core S/W</a:t>
            </a:r>
            <a:endParaRPr sz="800" b="1">
              <a:solidFill>
                <a:srgbClr val="263248"/>
              </a:solidFill>
              <a:latin typeface="+mj-ea"/>
              <a:ea typeface="+mj-ea"/>
              <a:cs typeface="Roboto Condensed"/>
              <a:sym typeface="Roboto Condensed"/>
            </a:endParaRPr>
          </a:p>
        </p:txBody>
      </p:sp>
      <p:cxnSp>
        <p:nvCxnSpPr>
          <p:cNvPr id="289" name="Google Shape;289;p16"/>
          <p:cNvCxnSpPr>
            <a:stCxn id="266" idx="0"/>
          </p:cNvCxnSpPr>
          <p:nvPr/>
        </p:nvCxnSpPr>
        <p:spPr>
          <a:xfrm rot="10800000">
            <a:off x="2365871" y="3011522"/>
            <a:ext cx="0" cy="61800"/>
          </a:xfrm>
          <a:prstGeom prst="straightConnector1">
            <a:avLst/>
          </a:prstGeom>
          <a:noFill/>
          <a:ln w="19050" cap="flat" cmpd="sng">
            <a:solidFill>
              <a:schemeClr val="dk2"/>
            </a:solidFill>
            <a:prstDash val="solid"/>
            <a:round/>
            <a:headEnd type="none" w="med" len="med"/>
            <a:tailEnd type="none" w="med" len="med"/>
          </a:ln>
        </p:spPr>
      </p:cxnSp>
      <p:cxnSp>
        <p:nvCxnSpPr>
          <p:cNvPr id="290" name="Google Shape;290;p16"/>
          <p:cNvCxnSpPr>
            <a:stCxn id="269" idx="2"/>
            <a:endCxn id="272" idx="3"/>
          </p:cNvCxnSpPr>
          <p:nvPr/>
        </p:nvCxnSpPr>
        <p:spPr>
          <a:xfrm rot="5400000">
            <a:off x="1540871" y="3471575"/>
            <a:ext cx="450900" cy="1199100"/>
          </a:xfrm>
          <a:prstGeom prst="bentConnector3">
            <a:avLst>
              <a:gd name="adj1" fmla="val 49996"/>
            </a:avLst>
          </a:prstGeom>
          <a:noFill/>
          <a:ln w="19050" cap="flat" cmpd="sng">
            <a:solidFill>
              <a:schemeClr val="dk2"/>
            </a:solidFill>
            <a:prstDash val="solid"/>
            <a:round/>
            <a:headEnd type="none" w="med" len="med"/>
            <a:tailEnd type="none" w="med" len="med"/>
          </a:ln>
        </p:spPr>
      </p:cxnSp>
      <p:cxnSp>
        <p:nvCxnSpPr>
          <p:cNvPr id="291" name="Google Shape;291;p16"/>
          <p:cNvCxnSpPr>
            <a:stCxn id="269" idx="2"/>
            <a:endCxn id="273" idx="3"/>
          </p:cNvCxnSpPr>
          <p:nvPr/>
        </p:nvCxnSpPr>
        <p:spPr>
          <a:xfrm rot="5400000">
            <a:off x="1797821" y="3728525"/>
            <a:ext cx="450900" cy="685200"/>
          </a:xfrm>
          <a:prstGeom prst="bentConnector3">
            <a:avLst>
              <a:gd name="adj1" fmla="val 49995"/>
            </a:avLst>
          </a:prstGeom>
          <a:noFill/>
          <a:ln w="19050" cap="flat" cmpd="sng">
            <a:solidFill>
              <a:schemeClr val="dk2"/>
            </a:solidFill>
            <a:prstDash val="solid"/>
            <a:round/>
            <a:headEnd type="none" w="med" len="med"/>
            <a:tailEnd type="none" w="med" len="med"/>
          </a:ln>
        </p:spPr>
      </p:cxnSp>
      <p:cxnSp>
        <p:nvCxnSpPr>
          <p:cNvPr id="292" name="Google Shape;292;p16"/>
          <p:cNvCxnSpPr>
            <a:stCxn id="269" idx="2"/>
            <a:endCxn id="274" idx="3"/>
          </p:cNvCxnSpPr>
          <p:nvPr/>
        </p:nvCxnSpPr>
        <p:spPr>
          <a:xfrm rot="5400000">
            <a:off x="2070521" y="4001225"/>
            <a:ext cx="450900" cy="139800"/>
          </a:xfrm>
          <a:prstGeom prst="bentConnector3">
            <a:avLst>
              <a:gd name="adj1" fmla="val 49995"/>
            </a:avLst>
          </a:prstGeom>
          <a:noFill/>
          <a:ln w="19050" cap="flat" cmpd="sng">
            <a:solidFill>
              <a:schemeClr val="dk2"/>
            </a:solidFill>
            <a:prstDash val="solid"/>
            <a:round/>
            <a:headEnd type="none" w="med" len="med"/>
            <a:tailEnd type="none" w="med" len="med"/>
          </a:ln>
        </p:spPr>
      </p:cxnSp>
      <p:cxnSp>
        <p:nvCxnSpPr>
          <p:cNvPr id="293" name="Google Shape;293;p16"/>
          <p:cNvCxnSpPr>
            <a:stCxn id="269" idx="2"/>
            <a:endCxn id="275" idx="3"/>
          </p:cNvCxnSpPr>
          <p:nvPr/>
        </p:nvCxnSpPr>
        <p:spPr>
          <a:xfrm rot="-5400000" flipH="1">
            <a:off x="2364071" y="3847475"/>
            <a:ext cx="450900" cy="447300"/>
          </a:xfrm>
          <a:prstGeom prst="bentConnector3">
            <a:avLst>
              <a:gd name="adj1" fmla="val 49996"/>
            </a:avLst>
          </a:prstGeom>
          <a:noFill/>
          <a:ln w="19050" cap="flat" cmpd="sng">
            <a:solidFill>
              <a:schemeClr val="dk2"/>
            </a:solidFill>
            <a:prstDash val="solid"/>
            <a:round/>
            <a:headEnd type="none" w="med" len="med"/>
            <a:tailEnd type="none" w="med" len="med"/>
          </a:ln>
        </p:spPr>
      </p:cxnSp>
      <p:cxnSp>
        <p:nvCxnSpPr>
          <p:cNvPr id="294" name="Google Shape;294;p16"/>
          <p:cNvCxnSpPr>
            <a:stCxn id="276" idx="1"/>
          </p:cNvCxnSpPr>
          <p:nvPr/>
        </p:nvCxnSpPr>
        <p:spPr>
          <a:xfrm rot="10800000">
            <a:off x="3231300" y="1971356"/>
            <a:ext cx="324900" cy="900"/>
          </a:xfrm>
          <a:prstGeom prst="straightConnector1">
            <a:avLst/>
          </a:prstGeom>
          <a:noFill/>
          <a:ln w="19050" cap="flat" cmpd="sng">
            <a:solidFill>
              <a:schemeClr val="dk2"/>
            </a:solidFill>
            <a:prstDash val="solid"/>
            <a:round/>
            <a:headEnd type="none" w="med" len="med"/>
            <a:tailEnd type="none" w="med" len="med"/>
          </a:ln>
        </p:spPr>
      </p:cxnSp>
      <p:cxnSp>
        <p:nvCxnSpPr>
          <p:cNvPr id="295" name="Google Shape;295;p16"/>
          <p:cNvCxnSpPr>
            <a:stCxn id="278" idx="1"/>
          </p:cNvCxnSpPr>
          <p:nvPr/>
        </p:nvCxnSpPr>
        <p:spPr>
          <a:xfrm rot="10800000">
            <a:off x="3231297" y="4257845"/>
            <a:ext cx="324900" cy="300"/>
          </a:xfrm>
          <a:prstGeom prst="straightConnector1">
            <a:avLst/>
          </a:prstGeom>
          <a:noFill/>
          <a:ln w="19050" cap="flat" cmpd="sng">
            <a:solidFill>
              <a:schemeClr val="dk2"/>
            </a:solidFill>
            <a:prstDash val="solid"/>
            <a:round/>
            <a:headEnd type="none" w="med" len="med"/>
            <a:tailEnd type="none" w="med" len="med"/>
          </a:ln>
        </p:spPr>
      </p:cxnSp>
      <p:grpSp>
        <p:nvGrpSpPr>
          <p:cNvPr id="296" name="Google Shape;296;p16"/>
          <p:cNvGrpSpPr/>
          <p:nvPr/>
        </p:nvGrpSpPr>
        <p:grpSpPr>
          <a:xfrm>
            <a:off x="2323365" y="2422466"/>
            <a:ext cx="709124" cy="345704"/>
            <a:chOff x="3161875" y="2592100"/>
            <a:chExt cx="1083791" cy="609600"/>
          </a:xfrm>
        </p:grpSpPr>
        <p:pic>
          <p:nvPicPr>
            <p:cNvPr id="297" name="Google Shape;297;p16"/>
            <p:cNvPicPr preferRelativeResize="0"/>
            <p:nvPr/>
          </p:nvPicPr>
          <p:blipFill>
            <a:blip r:embed="rId6">
              <a:alphaModFix/>
            </a:blip>
            <a:stretch>
              <a:fillRect/>
            </a:stretch>
          </p:blipFill>
          <p:spPr>
            <a:xfrm>
              <a:off x="3161875" y="2592100"/>
              <a:ext cx="609600" cy="609600"/>
            </a:xfrm>
            <a:prstGeom prst="rect">
              <a:avLst/>
            </a:prstGeom>
            <a:noFill/>
            <a:ln>
              <a:noFill/>
            </a:ln>
          </p:spPr>
        </p:pic>
        <p:pic>
          <p:nvPicPr>
            <p:cNvPr id="298" name="Google Shape;298;p16"/>
            <p:cNvPicPr preferRelativeResize="0"/>
            <p:nvPr/>
          </p:nvPicPr>
          <p:blipFill>
            <a:blip r:embed="rId6">
              <a:alphaModFix/>
            </a:blip>
            <a:stretch>
              <a:fillRect/>
            </a:stretch>
          </p:blipFill>
          <p:spPr>
            <a:xfrm>
              <a:off x="3636066" y="2592100"/>
              <a:ext cx="609600" cy="609600"/>
            </a:xfrm>
            <a:prstGeom prst="rect">
              <a:avLst/>
            </a:prstGeom>
            <a:noFill/>
            <a:ln>
              <a:noFill/>
            </a:ln>
          </p:spPr>
        </p:pic>
      </p:grpSp>
      <p:grpSp>
        <p:nvGrpSpPr>
          <p:cNvPr id="299" name="Google Shape;299;p16"/>
          <p:cNvGrpSpPr/>
          <p:nvPr/>
        </p:nvGrpSpPr>
        <p:grpSpPr>
          <a:xfrm>
            <a:off x="7802724" y="3619631"/>
            <a:ext cx="753600" cy="578010"/>
            <a:chOff x="7831275" y="3387875"/>
            <a:chExt cx="753600" cy="666909"/>
          </a:xfrm>
        </p:grpSpPr>
        <p:sp>
          <p:nvSpPr>
            <p:cNvPr id="300" name="Google Shape;300;p16"/>
            <p:cNvSpPr txBox="1"/>
            <p:nvPr/>
          </p:nvSpPr>
          <p:spPr>
            <a:xfrm>
              <a:off x="7831275" y="3699584"/>
              <a:ext cx="753600" cy="355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chemeClr val="dk1"/>
                  </a:solidFill>
                  <a:latin typeface="+mj-ea"/>
                  <a:ea typeface="+mj-ea"/>
                  <a:cs typeface="Roboto Condensed"/>
                  <a:sym typeface="Roboto Condensed"/>
                </a:rPr>
                <a:t>Monitoring</a:t>
              </a:r>
              <a:endParaRPr sz="200" b="1">
                <a:solidFill>
                  <a:schemeClr val="dk1"/>
                </a:solidFill>
                <a:latin typeface="+mj-ea"/>
                <a:ea typeface="+mj-ea"/>
                <a:cs typeface="Roboto Condensed"/>
                <a:sym typeface="Roboto Condensed"/>
              </a:endParaRPr>
            </a:p>
          </p:txBody>
        </p:sp>
        <p:pic>
          <p:nvPicPr>
            <p:cNvPr id="301" name="Google Shape;301;p16"/>
            <p:cNvPicPr preferRelativeResize="0"/>
            <p:nvPr/>
          </p:nvPicPr>
          <p:blipFill>
            <a:blip r:embed="rId7">
              <a:alphaModFix/>
            </a:blip>
            <a:stretch>
              <a:fillRect/>
            </a:stretch>
          </p:blipFill>
          <p:spPr>
            <a:xfrm>
              <a:off x="8007375" y="3387875"/>
              <a:ext cx="401401" cy="401401"/>
            </a:xfrm>
            <a:prstGeom prst="rect">
              <a:avLst/>
            </a:prstGeom>
            <a:noFill/>
            <a:ln>
              <a:noFill/>
            </a:ln>
          </p:spPr>
        </p:pic>
      </p:grpSp>
      <p:pic>
        <p:nvPicPr>
          <p:cNvPr id="302" name="Google Shape;302;p16"/>
          <p:cNvPicPr preferRelativeResize="0"/>
          <p:nvPr/>
        </p:nvPicPr>
        <p:blipFill>
          <a:blip r:embed="rId7">
            <a:alphaModFix/>
          </a:blip>
          <a:stretch>
            <a:fillRect/>
          </a:stretch>
        </p:blipFill>
        <p:spPr>
          <a:xfrm>
            <a:off x="-2113250" y="3512750"/>
            <a:ext cx="401401" cy="401401"/>
          </a:xfrm>
          <a:prstGeom prst="rect">
            <a:avLst/>
          </a:prstGeom>
          <a:noFill/>
          <a:ln>
            <a:noFill/>
          </a:ln>
        </p:spPr>
      </p:pic>
      <p:sp>
        <p:nvSpPr>
          <p:cNvPr id="303" name="Google Shape;303;p16"/>
          <p:cNvSpPr txBox="1"/>
          <p:nvPr/>
        </p:nvSpPr>
        <p:spPr>
          <a:xfrm>
            <a:off x="5663175" y="3098978"/>
            <a:ext cx="5823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chemeClr val="dk1"/>
                </a:solidFill>
                <a:latin typeface="+mj-ea"/>
                <a:ea typeface="+mj-ea"/>
                <a:cs typeface="Roboto Condensed"/>
                <a:sym typeface="Roboto Condensed"/>
              </a:rPr>
              <a:t>Firewall</a:t>
            </a:r>
            <a:endParaRPr b="1">
              <a:solidFill>
                <a:schemeClr val="dk1"/>
              </a:solidFill>
              <a:latin typeface="+mj-ea"/>
              <a:ea typeface="+mj-ea"/>
              <a:cs typeface="Roboto Condensed"/>
              <a:sym typeface="Roboto Condensed"/>
            </a:endParaRPr>
          </a:p>
        </p:txBody>
      </p:sp>
      <p:sp>
        <p:nvSpPr>
          <p:cNvPr id="304" name="Google Shape;304;p16"/>
          <p:cNvSpPr txBox="1"/>
          <p:nvPr/>
        </p:nvSpPr>
        <p:spPr>
          <a:xfrm>
            <a:off x="4114650" y="2782243"/>
            <a:ext cx="8478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chemeClr val="dk1"/>
                </a:solidFill>
                <a:latin typeface="+mj-ea"/>
                <a:ea typeface="+mj-ea"/>
                <a:cs typeface="Roboto Condensed"/>
                <a:sym typeface="Roboto Condensed"/>
              </a:rPr>
              <a:t>Backbone switch</a:t>
            </a:r>
            <a:endParaRPr b="1">
              <a:solidFill>
                <a:schemeClr val="dk1"/>
              </a:solidFill>
              <a:latin typeface="+mj-ea"/>
              <a:ea typeface="+mj-ea"/>
              <a:cs typeface="Roboto Condensed"/>
              <a:sym typeface="Roboto Condensed"/>
            </a:endParaRPr>
          </a:p>
        </p:txBody>
      </p:sp>
      <p:grpSp>
        <p:nvGrpSpPr>
          <p:cNvPr id="305" name="Google Shape;305;p16"/>
          <p:cNvGrpSpPr/>
          <p:nvPr/>
        </p:nvGrpSpPr>
        <p:grpSpPr>
          <a:xfrm>
            <a:off x="6575249" y="2687263"/>
            <a:ext cx="507822" cy="379728"/>
            <a:chOff x="5679953" y="2403782"/>
            <a:chExt cx="507822" cy="438131"/>
          </a:xfrm>
        </p:grpSpPr>
        <p:pic>
          <p:nvPicPr>
            <p:cNvPr id="306" name="Google Shape;306;p16"/>
            <p:cNvPicPr preferRelativeResize="0"/>
            <p:nvPr/>
          </p:nvPicPr>
          <p:blipFill>
            <a:blip r:embed="rId8">
              <a:alphaModFix/>
            </a:blip>
            <a:stretch>
              <a:fillRect/>
            </a:stretch>
          </p:blipFill>
          <p:spPr>
            <a:xfrm>
              <a:off x="5679953" y="2460013"/>
              <a:ext cx="381900" cy="381900"/>
            </a:xfrm>
            <a:prstGeom prst="rect">
              <a:avLst/>
            </a:prstGeom>
            <a:noFill/>
            <a:ln>
              <a:noFill/>
            </a:ln>
          </p:spPr>
        </p:pic>
        <p:sp>
          <p:nvSpPr>
            <p:cNvPr id="307" name="Google Shape;307;p16"/>
            <p:cNvSpPr/>
            <p:nvPr/>
          </p:nvSpPr>
          <p:spPr>
            <a:xfrm>
              <a:off x="5749175" y="2403782"/>
              <a:ext cx="438600" cy="281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grpSp>
      <p:pic>
        <p:nvPicPr>
          <p:cNvPr id="281" name="Google Shape;281;p16"/>
          <p:cNvPicPr preferRelativeResize="0"/>
          <p:nvPr/>
        </p:nvPicPr>
        <p:blipFill>
          <a:blip r:embed="rId9">
            <a:alphaModFix/>
          </a:blip>
          <a:stretch>
            <a:fillRect/>
          </a:stretch>
        </p:blipFill>
        <p:spPr>
          <a:xfrm>
            <a:off x="4814700" y="2687259"/>
            <a:ext cx="472500" cy="563554"/>
          </a:xfrm>
          <a:prstGeom prst="rect">
            <a:avLst/>
          </a:prstGeom>
          <a:noFill/>
          <a:ln>
            <a:noFill/>
          </a:ln>
        </p:spPr>
      </p:pic>
      <p:sp>
        <p:nvSpPr>
          <p:cNvPr id="308" name="Google Shape;308;p16"/>
          <p:cNvSpPr/>
          <p:nvPr/>
        </p:nvSpPr>
        <p:spPr>
          <a:xfrm>
            <a:off x="972525" y="1027931"/>
            <a:ext cx="1291500" cy="2256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500" b="1">
                <a:solidFill>
                  <a:srgbClr val="263248"/>
                </a:solidFill>
                <a:latin typeface="+mj-ea"/>
                <a:ea typeface="+mj-ea"/>
                <a:cs typeface="Roboto Condensed"/>
                <a:sym typeface="Roboto Condensed"/>
              </a:rPr>
              <a:t>Client Pool</a:t>
            </a:r>
            <a:endParaRPr sz="1500" b="1" i="0" u="none" strike="noStrike" cap="none">
              <a:solidFill>
                <a:srgbClr val="263248"/>
              </a:solidFill>
              <a:latin typeface="+mj-ea"/>
              <a:ea typeface="+mj-ea"/>
              <a:cs typeface="Roboto Condensed"/>
              <a:sym typeface="Roboto Condensed"/>
            </a:endParaRPr>
          </a:p>
        </p:txBody>
      </p:sp>
      <p:pic>
        <p:nvPicPr>
          <p:cNvPr id="309" name="Google Shape;309;p16"/>
          <p:cNvPicPr preferRelativeResize="0"/>
          <p:nvPr/>
        </p:nvPicPr>
        <p:blipFill>
          <a:blip r:embed="rId10">
            <a:alphaModFix/>
          </a:blip>
          <a:stretch>
            <a:fillRect/>
          </a:stretch>
        </p:blipFill>
        <p:spPr>
          <a:xfrm>
            <a:off x="5718075" y="2768105"/>
            <a:ext cx="472499" cy="409540"/>
          </a:xfrm>
          <a:prstGeom prst="rect">
            <a:avLst/>
          </a:prstGeom>
          <a:noFill/>
          <a:ln>
            <a:noFill/>
          </a:ln>
        </p:spPr>
      </p:pic>
      <p:cxnSp>
        <p:nvCxnSpPr>
          <p:cNvPr id="310" name="Google Shape;310;p16"/>
          <p:cNvCxnSpPr>
            <a:stCxn id="281" idx="3"/>
          </p:cNvCxnSpPr>
          <p:nvPr/>
        </p:nvCxnSpPr>
        <p:spPr>
          <a:xfrm>
            <a:off x="5287200" y="2969036"/>
            <a:ext cx="396900" cy="0"/>
          </a:xfrm>
          <a:prstGeom prst="straightConnector1">
            <a:avLst/>
          </a:prstGeom>
          <a:noFill/>
          <a:ln w="19050" cap="flat" cmpd="sng">
            <a:solidFill>
              <a:schemeClr val="dk2"/>
            </a:solidFill>
            <a:prstDash val="solid"/>
            <a:round/>
            <a:headEnd type="none" w="med" len="med"/>
            <a:tailEnd type="none" w="med" len="med"/>
          </a:ln>
        </p:spPr>
      </p:cxnSp>
      <p:cxnSp>
        <p:nvCxnSpPr>
          <p:cNvPr id="311" name="Google Shape;311;p16"/>
          <p:cNvCxnSpPr>
            <a:stCxn id="309" idx="3"/>
          </p:cNvCxnSpPr>
          <p:nvPr/>
        </p:nvCxnSpPr>
        <p:spPr>
          <a:xfrm>
            <a:off x="6190575" y="2972876"/>
            <a:ext cx="361200" cy="0"/>
          </a:xfrm>
          <a:prstGeom prst="straightConnector1">
            <a:avLst/>
          </a:prstGeom>
          <a:noFill/>
          <a:ln w="19050" cap="flat" cmpd="sng">
            <a:solidFill>
              <a:schemeClr val="dk2"/>
            </a:solidFill>
            <a:prstDash val="solid"/>
            <a:round/>
            <a:headEnd type="none" w="med" len="med"/>
            <a:tailEnd type="none" w="med" len="med"/>
          </a:ln>
        </p:spPr>
      </p:cxnSp>
      <p:cxnSp>
        <p:nvCxnSpPr>
          <p:cNvPr id="312" name="Google Shape;312;p16"/>
          <p:cNvCxnSpPr/>
          <p:nvPr/>
        </p:nvCxnSpPr>
        <p:spPr>
          <a:xfrm>
            <a:off x="6979450" y="2975647"/>
            <a:ext cx="638700" cy="0"/>
          </a:xfrm>
          <a:prstGeom prst="straightConnector1">
            <a:avLst/>
          </a:prstGeom>
          <a:noFill/>
          <a:ln w="19050" cap="flat" cmpd="sng">
            <a:solidFill>
              <a:schemeClr val="dk2"/>
            </a:solidFill>
            <a:prstDash val="solid"/>
            <a:round/>
            <a:headEnd type="none" w="med" len="med"/>
            <a:tailEnd type="none" w="med" len="med"/>
          </a:ln>
        </p:spPr>
      </p:cxnSp>
      <p:grpSp>
        <p:nvGrpSpPr>
          <p:cNvPr id="313" name="Google Shape;313;p16"/>
          <p:cNvGrpSpPr/>
          <p:nvPr/>
        </p:nvGrpSpPr>
        <p:grpSpPr>
          <a:xfrm>
            <a:off x="7828961" y="2409003"/>
            <a:ext cx="697200" cy="669354"/>
            <a:chOff x="7828961" y="1991050"/>
            <a:chExt cx="697200" cy="772302"/>
          </a:xfrm>
        </p:grpSpPr>
        <p:pic>
          <p:nvPicPr>
            <p:cNvPr id="314" name="Google Shape;314;p16"/>
            <p:cNvPicPr preferRelativeResize="0"/>
            <p:nvPr/>
          </p:nvPicPr>
          <p:blipFill>
            <a:blip r:embed="rId11">
              <a:alphaModFix/>
            </a:blip>
            <a:stretch>
              <a:fillRect/>
            </a:stretch>
          </p:blipFill>
          <p:spPr>
            <a:xfrm>
              <a:off x="7927661" y="1991050"/>
              <a:ext cx="499800" cy="499800"/>
            </a:xfrm>
            <a:prstGeom prst="rect">
              <a:avLst/>
            </a:prstGeom>
            <a:noFill/>
            <a:ln>
              <a:noFill/>
            </a:ln>
          </p:spPr>
        </p:pic>
        <p:sp>
          <p:nvSpPr>
            <p:cNvPr id="315" name="Google Shape;315;p16"/>
            <p:cNvSpPr txBox="1"/>
            <p:nvPr/>
          </p:nvSpPr>
          <p:spPr>
            <a:xfrm>
              <a:off x="7828961" y="2408152"/>
              <a:ext cx="697200" cy="355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DNS</a:t>
              </a:r>
              <a:endParaRPr sz="800" b="1">
                <a:solidFill>
                  <a:srgbClr val="263248"/>
                </a:solidFill>
                <a:latin typeface="+mj-ea"/>
                <a:ea typeface="+mj-ea"/>
                <a:cs typeface="Roboto Condensed"/>
                <a:sym typeface="Roboto Condensed"/>
              </a:endParaRPr>
            </a:p>
          </p:txBody>
        </p:sp>
      </p:grpSp>
      <p:sp>
        <p:nvSpPr>
          <p:cNvPr id="316" name="Google Shape;316;p16"/>
          <p:cNvSpPr txBox="1">
            <a:spLocks noGrp="1"/>
          </p:cNvSpPr>
          <p:nvPr>
            <p:ph type="title" idx="4294967295"/>
          </p:nvPr>
        </p:nvSpPr>
        <p:spPr>
          <a:xfrm>
            <a:off x="221850" y="-18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300">
                <a:latin typeface="+mj-ea"/>
                <a:ea typeface="+mj-ea"/>
              </a:rPr>
              <a:t>최종 구성도</a:t>
            </a:r>
            <a:endParaRPr sz="2300">
              <a:latin typeface="+mj-ea"/>
              <a:ea typeface="+mj-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7"/>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a:latin typeface="+mj-ea"/>
                <a:ea typeface="+mj-ea"/>
              </a:rPr>
              <a:t>목차</a:t>
            </a:r>
            <a:endParaRPr sz="2500">
              <a:latin typeface="+mj-ea"/>
              <a:ea typeface="+mj-ea"/>
            </a:endParaRPr>
          </a:p>
        </p:txBody>
      </p:sp>
      <p:sp>
        <p:nvSpPr>
          <p:cNvPr id="322" name="Google Shape;322;p17"/>
          <p:cNvSpPr txBox="1"/>
          <p:nvPr/>
        </p:nvSpPr>
        <p:spPr>
          <a:xfrm>
            <a:off x="814275" y="1490500"/>
            <a:ext cx="6719400" cy="2677626"/>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Font typeface="Roboto Condensed"/>
              <a:buAutoNum type="arabicPeriod"/>
            </a:pPr>
            <a:r>
              <a:rPr lang="ko" sz="1800" b="1" dirty="0">
                <a:solidFill>
                  <a:schemeClr val="dk1"/>
                </a:solidFill>
                <a:latin typeface="+mj-ea"/>
                <a:ea typeface="+mj-ea"/>
                <a:cs typeface="Roboto Condensed"/>
                <a:sym typeface="Roboto Condensed"/>
              </a:rPr>
              <a:t>DHCP 서버</a:t>
            </a:r>
            <a:endParaRPr lang="en-US" altLang="ko" sz="1800" b="1" dirty="0">
              <a:solidFill>
                <a:schemeClr val="dk1"/>
              </a:solidFill>
              <a:latin typeface="+mj-ea"/>
              <a:ea typeface="+mj-ea"/>
              <a:cs typeface="Roboto Condensed"/>
              <a:sym typeface="Roboto Condensed"/>
            </a:endParaRPr>
          </a:p>
          <a:p>
            <a:pPr marL="457200" lvl="0" indent="-342900" algn="l" rtl="0">
              <a:spcBef>
                <a:spcPts val="0"/>
              </a:spcBef>
              <a:spcAft>
                <a:spcPts val="0"/>
              </a:spcAft>
              <a:buClr>
                <a:schemeClr val="dk1"/>
              </a:buClr>
              <a:buSzPts val="1800"/>
              <a:buFont typeface="Roboto Condensed"/>
              <a:buAutoNum type="arabicPeriod"/>
            </a:pPr>
            <a:endParaRPr lang="en-US" altLang="ko" sz="1800" b="1" dirty="0">
              <a:solidFill>
                <a:schemeClr val="dk1"/>
              </a:solidFill>
              <a:latin typeface="+mj-ea"/>
              <a:ea typeface="+mj-ea"/>
              <a:cs typeface="Roboto Condensed"/>
              <a:sym typeface="Roboto Condensed"/>
            </a:endParaRPr>
          </a:p>
          <a:p>
            <a:pPr marL="457200" lvl="0" indent="-342900" algn="l" rtl="0">
              <a:spcBef>
                <a:spcPts val="0"/>
              </a:spcBef>
              <a:spcAft>
                <a:spcPts val="0"/>
              </a:spcAft>
              <a:buClr>
                <a:schemeClr val="dk1"/>
              </a:buClr>
              <a:buSzPts val="1800"/>
              <a:buFont typeface="Roboto Condensed"/>
              <a:buAutoNum type="arabicPeriod"/>
            </a:pPr>
            <a:r>
              <a:rPr lang="ko" sz="1800" b="1" dirty="0">
                <a:solidFill>
                  <a:schemeClr val="dk1"/>
                </a:solidFill>
                <a:latin typeface="+mj-ea"/>
                <a:ea typeface="+mj-ea"/>
                <a:cs typeface="Roboto Condensed"/>
                <a:sym typeface="Roboto Condensed"/>
              </a:rPr>
              <a:t>캐시 전용 DNS</a:t>
            </a:r>
            <a:endParaRPr lang="en-US" altLang="ko" sz="1800" b="1" dirty="0">
              <a:solidFill>
                <a:schemeClr val="dk1"/>
              </a:solidFill>
              <a:latin typeface="+mj-ea"/>
              <a:ea typeface="+mj-ea"/>
              <a:cs typeface="Roboto Condensed"/>
              <a:sym typeface="Roboto Condensed"/>
            </a:endParaRPr>
          </a:p>
          <a:p>
            <a:pPr marL="457200" lvl="0" indent="-342900" algn="l" rtl="0">
              <a:spcBef>
                <a:spcPts val="0"/>
              </a:spcBef>
              <a:spcAft>
                <a:spcPts val="0"/>
              </a:spcAft>
              <a:buClr>
                <a:schemeClr val="dk1"/>
              </a:buClr>
              <a:buSzPts val="1800"/>
              <a:buFont typeface="Roboto Condensed"/>
              <a:buAutoNum type="arabicPeriod"/>
            </a:pPr>
            <a:endParaRPr lang="en-US" altLang="ko" sz="1800" b="1" dirty="0">
              <a:solidFill>
                <a:schemeClr val="dk1"/>
              </a:solidFill>
              <a:latin typeface="+mj-ea"/>
              <a:ea typeface="+mj-ea"/>
              <a:cs typeface="Roboto Condensed"/>
              <a:sym typeface="Roboto Condensed"/>
            </a:endParaRPr>
          </a:p>
          <a:p>
            <a:pPr marL="457200" lvl="0" indent="-342900" algn="l" rtl="0">
              <a:spcBef>
                <a:spcPts val="0"/>
              </a:spcBef>
              <a:spcAft>
                <a:spcPts val="0"/>
              </a:spcAft>
              <a:buClr>
                <a:schemeClr val="dk1"/>
              </a:buClr>
              <a:buSzPts val="1800"/>
              <a:buFont typeface="Roboto Condensed"/>
              <a:buAutoNum type="arabicPeriod"/>
            </a:pPr>
            <a:r>
              <a:rPr lang="ko" sz="1800" b="1" dirty="0">
                <a:solidFill>
                  <a:schemeClr val="dk1"/>
                </a:solidFill>
                <a:latin typeface="+mj-ea"/>
                <a:ea typeface="+mj-ea"/>
                <a:cs typeface="Roboto Condensed"/>
                <a:sym typeface="Roboto Condensed"/>
              </a:rPr>
              <a:t>웹 서버</a:t>
            </a:r>
            <a:endParaRPr lang="en-US" altLang="ko" sz="1800" b="1" dirty="0">
              <a:solidFill>
                <a:schemeClr val="dk1"/>
              </a:solidFill>
              <a:latin typeface="+mj-ea"/>
              <a:ea typeface="+mj-ea"/>
              <a:cs typeface="Roboto Condensed"/>
              <a:sym typeface="Roboto Condensed"/>
            </a:endParaRPr>
          </a:p>
          <a:p>
            <a:pPr marL="457200" lvl="0" indent="-342900" algn="l" rtl="0">
              <a:spcBef>
                <a:spcPts val="0"/>
              </a:spcBef>
              <a:spcAft>
                <a:spcPts val="0"/>
              </a:spcAft>
              <a:buClr>
                <a:schemeClr val="dk1"/>
              </a:buClr>
              <a:buSzPts val="1800"/>
              <a:buFont typeface="Roboto Condensed"/>
              <a:buAutoNum type="arabicPeriod"/>
            </a:pPr>
            <a:endParaRPr lang="en-US" altLang="ko" sz="1800" b="1" dirty="0">
              <a:solidFill>
                <a:schemeClr val="dk1"/>
              </a:solidFill>
              <a:latin typeface="+mj-ea"/>
              <a:ea typeface="+mj-ea"/>
              <a:cs typeface="Roboto Condensed"/>
              <a:sym typeface="Roboto Condensed"/>
            </a:endParaRPr>
          </a:p>
          <a:p>
            <a:pPr marL="457200" lvl="0" indent="-342900" algn="l" rtl="0">
              <a:spcBef>
                <a:spcPts val="0"/>
              </a:spcBef>
              <a:spcAft>
                <a:spcPts val="0"/>
              </a:spcAft>
              <a:buClr>
                <a:schemeClr val="dk1"/>
              </a:buClr>
              <a:buSzPts val="1800"/>
              <a:buFont typeface="Roboto Condensed"/>
              <a:buAutoNum type="arabicPeriod"/>
            </a:pPr>
            <a:r>
              <a:rPr lang="ko" sz="1800" b="1" dirty="0">
                <a:solidFill>
                  <a:schemeClr val="dk1"/>
                </a:solidFill>
                <a:latin typeface="+mj-ea"/>
                <a:ea typeface="+mj-ea"/>
                <a:cs typeface="Roboto Condensed"/>
                <a:sym typeface="Roboto Condensed"/>
              </a:rPr>
              <a:t>STRATIS</a:t>
            </a:r>
            <a:endParaRPr lang="en-US" altLang="ko" sz="1800" b="1" dirty="0">
              <a:solidFill>
                <a:schemeClr val="dk1"/>
              </a:solidFill>
              <a:latin typeface="+mj-ea"/>
              <a:ea typeface="+mj-ea"/>
              <a:cs typeface="Roboto Condensed"/>
              <a:sym typeface="Roboto Condensed"/>
            </a:endParaRPr>
          </a:p>
          <a:p>
            <a:pPr marL="457200" lvl="0" indent="-342900" algn="l" rtl="0">
              <a:spcBef>
                <a:spcPts val="0"/>
              </a:spcBef>
              <a:spcAft>
                <a:spcPts val="0"/>
              </a:spcAft>
              <a:buClr>
                <a:schemeClr val="dk1"/>
              </a:buClr>
              <a:buSzPts val="1800"/>
              <a:buFont typeface="Roboto Condensed"/>
              <a:buAutoNum type="arabicPeriod"/>
            </a:pPr>
            <a:endParaRPr lang="en-US" altLang="ko" sz="1800" b="1" dirty="0">
              <a:solidFill>
                <a:schemeClr val="dk1"/>
              </a:solidFill>
              <a:latin typeface="+mj-ea"/>
              <a:ea typeface="+mj-ea"/>
              <a:cs typeface="Roboto Condensed"/>
              <a:sym typeface="Roboto Condensed"/>
            </a:endParaRPr>
          </a:p>
          <a:p>
            <a:pPr marL="457200" lvl="0" indent="-342900" algn="l" rtl="0">
              <a:spcBef>
                <a:spcPts val="0"/>
              </a:spcBef>
              <a:spcAft>
                <a:spcPts val="0"/>
              </a:spcAft>
              <a:buClr>
                <a:schemeClr val="dk1"/>
              </a:buClr>
              <a:buSzPts val="1800"/>
              <a:buFont typeface="Roboto Condensed"/>
              <a:buAutoNum type="arabicPeriod"/>
            </a:pPr>
            <a:r>
              <a:rPr lang="ko" sz="1800" b="1" dirty="0">
                <a:solidFill>
                  <a:schemeClr val="dk1"/>
                </a:solidFill>
                <a:latin typeface="+mj-ea"/>
                <a:ea typeface="+mj-ea"/>
                <a:cs typeface="Roboto Condensed"/>
                <a:sym typeface="Roboto Condensed"/>
              </a:rPr>
              <a:t>ISCSI</a:t>
            </a:r>
            <a:endParaRPr sz="1800" b="1" dirty="0">
              <a:solidFill>
                <a:schemeClr val="dk1"/>
              </a:solidFill>
              <a:latin typeface="+mj-ea"/>
              <a:ea typeface="+mj-ea"/>
              <a:cs typeface="Roboto Condensed"/>
              <a:sym typeface="Roboto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8"/>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a:latin typeface="+mj-ea"/>
                <a:ea typeface="+mj-ea"/>
              </a:rPr>
              <a:t>DHCP 서버란?</a:t>
            </a:r>
            <a:endParaRPr sz="2500">
              <a:latin typeface="+mj-ea"/>
              <a:ea typeface="+mj-ea"/>
            </a:endParaRPr>
          </a:p>
        </p:txBody>
      </p:sp>
      <p:sp>
        <p:nvSpPr>
          <p:cNvPr id="328" name="Google Shape;328;p18"/>
          <p:cNvSpPr txBox="1"/>
          <p:nvPr/>
        </p:nvSpPr>
        <p:spPr>
          <a:xfrm>
            <a:off x="458975" y="1556425"/>
            <a:ext cx="7967400" cy="3236753"/>
          </a:xfrm>
          <a:prstGeom prst="rect">
            <a:avLst/>
          </a:prstGeom>
          <a:noFill/>
          <a:ln>
            <a:noFill/>
          </a:ln>
        </p:spPr>
        <p:txBody>
          <a:bodyPr spcFirstLastPara="1" wrap="square" lIns="91425" tIns="91425" rIns="91425" bIns="91425" anchor="t" anchorCtr="0">
            <a:spAutoFit/>
          </a:bodyPr>
          <a:lstStyle/>
          <a:p>
            <a:pPr marL="342900" lvl="0" indent="-241300" algn="l" rtl="0">
              <a:lnSpc>
                <a:spcPct val="200000"/>
              </a:lnSpc>
              <a:spcBef>
                <a:spcPts val="1200"/>
              </a:spcBef>
              <a:spcAft>
                <a:spcPts val="0"/>
              </a:spcAft>
              <a:buClr>
                <a:schemeClr val="dk1"/>
              </a:buClr>
              <a:buSzPts val="1400"/>
              <a:buFont typeface="Roboto Condensed Light"/>
              <a:buChar char="●"/>
            </a:pPr>
            <a:r>
              <a:rPr lang="ko" sz="1600">
                <a:solidFill>
                  <a:srgbClr val="373A3C"/>
                </a:solidFill>
                <a:highlight>
                  <a:srgbClr val="FFFFFF"/>
                </a:highlight>
                <a:latin typeface="+mj-ea"/>
                <a:ea typeface="+mj-ea"/>
                <a:cs typeface="Roboto Condensed Light"/>
                <a:sym typeface="Roboto Condensed Light"/>
              </a:rPr>
              <a:t>DHCP는 IP를 필요로 하는 컴퓨터에게 자동으로 임대해서 사용할 수 있도록 해주고, 사용하지 않으면 반환받아 다른 컴퓨터가 사용할 수 있도록 해주는 것이다</a:t>
            </a:r>
            <a:endParaRPr sz="1600">
              <a:solidFill>
                <a:schemeClr val="dk1"/>
              </a:solidFill>
              <a:latin typeface="+mj-ea"/>
              <a:ea typeface="+mj-ea"/>
              <a:cs typeface="Roboto Condensed Light"/>
              <a:sym typeface="Roboto Condensed Light"/>
            </a:endParaRPr>
          </a:p>
          <a:p>
            <a:pPr marL="342900" lvl="0" indent="-241300" algn="l" rtl="0">
              <a:lnSpc>
                <a:spcPct val="200000"/>
              </a:lnSpc>
              <a:spcBef>
                <a:spcPts val="1200"/>
              </a:spcBef>
              <a:spcAft>
                <a:spcPts val="0"/>
              </a:spcAft>
              <a:buClr>
                <a:schemeClr val="dk1"/>
              </a:buClr>
              <a:buSzPts val="1400"/>
              <a:buFont typeface="Roboto Condensed Light"/>
              <a:buChar char="●"/>
            </a:pPr>
            <a:r>
              <a:rPr lang="ko" sz="1600">
                <a:solidFill>
                  <a:schemeClr val="dk1"/>
                </a:solidFill>
                <a:latin typeface="+mj-ea"/>
                <a:ea typeface="+mj-ea"/>
                <a:cs typeface="Roboto Condensed Light"/>
                <a:sym typeface="Roboto Condensed Light"/>
              </a:rPr>
              <a:t>DHCP  서버는 </a:t>
            </a:r>
            <a:r>
              <a:rPr lang="ko" sz="1600">
                <a:solidFill>
                  <a:srgbClr val="373A3C"/>
                </a:solidFill>
                <a:highlight>
                  <a:srgbClr val="FFFFFF"/>
                </a:highlight>
                <a:latin typeface="+mj-ea"/>
                <a:ea typeface="+mj-ea"/>
                <a:cs typeface="Roboto Condensed Light"/>
                <a:sym typeface="Roboto Condensed Light"/>
              </a:rPr>
              <a:t>IP를 보유하고, 원하는 가입자에게 IP를 분배해주는 역할을 해준다</a:t>
            </a:r>
            <a:endParaRPr sz="1600">
              <a:solidFill>
                <a:srgbClr val="373A3C"/>
              </a:solidFill>
              <a:highlight>
                <a:srgbClr val="FFFFFF"/>
              </a:highlight>
              <a:latin typeface="+mj-ea"/>
              <a:ea typeface="+mj-ea"/>
              <a:cs typeface="Roboto Condensed Light"/>
              <a:sym typeface="Roboto Condensed Light"/>
            </a:endParaRPr>
          </a:p>
          <a:p>
            <a:pPr marL="342900" lvl="0" indent="-241300" algn="l" rtl="0">
              <a:lnSpc>
                <a:spcPct val="200000"/>
              </a:lnSpc>
              <a:spcBef>
                <a:spcPts val="1200"/>
              </a:spcBef>
              <a:spcAft>
                <a:spcPts val="1000"/>
              </a:spcAft>
              <a:buClr>
                <a:schemeClr val="dk1"/>
              </a:buClr>
              <a:buSzPts val="1400"/>
              <a:buFont typeface="Roboto Condensed Light"/>
              <a:buChar char="●"/>
            </a:pPr>
            <a:r>
              <a:rPr lang="ko" sz="1600">
                <a:solidFill>
                  <a:srgbClr val="202124"/>
                </a:solidFill>
                <a:highlight>
                  <a:srgbClr val="FFFFFF"/>
                </a:highlight>
                <a:latin typeface="+mj-ea"/>
                <a:ea typeface="+mj-ea"/>
                <a:cs typeface="Roboto Condensed Light"/>
                <a:sym typeface="Roboto Condensed Light"/>
              </a:rPr>
              <a:t>DHCP를 사용하는 이유는 서버에서 설정되어있는 IP를 자동으로 사용자에게 할당해 주어서 편하게 IP를 관리할 수 있다</a:t>
            </a:r>
            <a:endParaRPr sz="1600">
              <a:solidFill>
                <a:schemeClr val="dk1"/>
              </a:solidFill>
              <a:latin typeface="+mj-ea"/>
              <a:ea typeface="+mj-ea"/>
              <a:cs typeface="Roboto Condensed Light"/>
              <a:sym typeface="Roboto Condensed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19"/>
          <p:cNvSpPr txBox="1">
            <a:spLocks noGrp="1"/>
          </p:cNvSpPr>
          <p:nvPr>
            <p:ph type="title"/>
          </p:nvPr>
        </p:nvSpPr>
        <p:spPr>
          <a:xfrm>
            <a:off x="813600" y="392575"/>
            <a:ext cx="5493600" cy="766200"/>
          </a:xfrm>
          <a:prstGeom prst="rect">
            <a:avLst/>
          </a:prstGeom>
        </p:spPr>
        <p:txBody>
          <a:bodyPr spcFirstLastPara="1" wrap="square" lIns="91425" tIns="91425" rIns="91425" bIns="91425" anchor="ctr" anchorCtr="0">
            <a:noAutofit/>
          </a:bodyPr>
          <a:lstStyle/>
          <a:p>
            <a:pPr marL="0" lvl="0" indent="0" algn="l" rtl="0">
              <a:lnSpc>
                <a:spcPct val="115000"/>
              </a:lnSpc>
              <a:spcBef>
                <a:spcPts val="900"/>
              </a:spcBef>
              <a:spcAft>
                <a:spcPts val="900"/>
              </a:spcAft>
              <a:buNone/>
            </a:pPr>
            <a:r>
              <a:rPr lang="ko" dirty="0">
                <a:latin typeface="+mj-ea"/>
                <a:ea typeface="+mj-ea"/>
              </a:rPr>
              <a:t>그림으로 보는 DHCP 서버의 동작 원리</a:t>
            </a:r>
            <a:endParaRPr dirty="0">
              <a:latin typeface="+mj-ea"/>
              <a:ea typeface="+mj-ea"/>
            </a:endParaRPr>
          </a:p>
        </p:txBody>
      </p:sp>
      <p:sp>
        <p:nvSpPr>
          <p:cNvPr id="334" name="Google Shape;334;p19"/>
          <p:cNvSpPr/>
          <p:nvPr/>
        </p:nvSpPr>
        <p:spPr>
          <a:xfrm>
            <a:off x="151800" y="1615388"/>
            <a:ext cx="2520000" cy="2877900"/>
          </a:xfrm>
          <a:prstGeom prst="roundRect">
            <a:avLst>
              <a:gd name="adj" fmla="val 16667"/>
            </a:avLst>
          </a:prstGeom>
          <a:no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335" name="Google Shape;335;p19"/>
          <p:cNvSpPr/>
          <p:nvPr/>
        </p:nvSpPr>
        <p:spPr>
          <a:xfrm>
            <a:off x="6352250" y="1615388"/>
            <a:ext cx="2520000" cy="2877900"/>
          </a:xfrm>
          <a:prstGeom prst="roundRect">
            <a:avLst>
              <a:gd name="adj" fmla="val 16667"/>
            </a:avLst>
          </a:prstGeom>
          <a:noFill/>
          <a:ln w="9525" cap="flat" cmpd="sng">
            <a:solidFill>
              <a:schemeClr val="dk2"/>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336" name="Google Shape;336;p19"/>
          <p:cNvSpPr/>
          <p:nvPr/>
        </p:nvSpPr>
        <p:spPr>
          <a:xfrm>
            <a:off x="511800" y="2155050"/>
            <a:ext cx="1800000" cy="18000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lnSpc>
                <a:spcPct val="115000"/>
              </a:lnSpc>
              <a:spcBef>
                <a:spcPts val="1400"/>
              </a:spcBef>
              <a:spcAft>
                <a:spcPts val="0"/>
              </a:spcAft>
              <a:buNone/>
            </a:pPr>
            <a:endParaRPr sz="900" b="1">
              <a:solidFill>
                <a:srgbClr val="3A3838"/>
              </a:solidFill>
              <a:latin typeface="+mj-ea"/>
              <a:ea typeface="+mj-ea"/>
              <a:cs typeface="Roboto Condensed"/>
              <a:sym typeface="Roboto Condensed"/>
            </a:endParaRPr>
          </a:p>
          <a:p>
            <a:pPr marL="0" lvl="0" indent="0" algn="ctr" rtl="0">
              <a:lnSpc>
                <a:spcPct val="115000"/>
              </a:lnSpc>
              <a:spcBef>
                <a:spcPts val="1400"/>
              </a:spcBef>
              <a:spcAft>
                <a:spcPts val="0"/>
              </a:spcAft>
              <a:buNone/>
            </a:pPr>
            <a:endParaRPr sz="900" b="1">
              <a:solidFill>
                <a:srgbClr val="3A3838"/>
              </a:solidFill>
              <a:latin typeface="+mj-ea"/>
              <a:ea typeface="+mj-ea"/>
              <a:cs typeface="Roboto Condensed"/>
              <a:sym typeface="Roboto Condensed"/>
            </a:endParaRPr>
          </a:p>
          <a:p>
            <a:pPr marL="0" lvl="0" indent="0" algn="ctr" rtl="0">
              <a:lnSpc>
                <a:spcPct val="100000"/>
              </a:lnSpc>
              <a:spcBef>
                <a:spcPts val="1400"/>
              </a:spcBef>
              <a:spcAft>
                <a:spcPts val="0"/>
              </a:spcAft>
              <a:buNone/>
            </a:pPr>
            <a:r>
              <a:rPr lang="ko" sz="1200" b="1">
                <a:solidFill>
                  <a:srgbClr val="3A3838"/>
                </a:solidFill>
                <a:latin typeface="+mj-ea"/>
                <a:ea typeface="+mj-ea"/>
                <a:cs typeface="Roboto Condensed"/>
                <a:sym typeface="Roboto Condensed"/>
              </a:rPr>
              <a:t>DHCP Server</a:t>
            </a:r>
            <a:r>
              <a:rPr lang="ko" sz="1100" b="1">
                <a:solidFill>
                  <a:schemeClr val="dk1"/>
                </a:solidFill>
                <a:latin typeface="+mj-ea"/>
                <a:ea typeface="+mj-ea"/>
                <a:cs typeface="Roboto Condensed"/>
                <a:sym typeface="Roboto Condensed"/>
              </a:rPr>
              <a:t> </a:t>
            </a:r>
            <a:endParaRPr sz="1100" b="1">
              <a:solidFill>
                <a:schemeClr val="dk1"/>
              </a:solidFill>
              <a:latin typeface="+mj-ea"/>
              <a:ea typeface="+mj-ea"/>
              <a:cs typeface="Roboto Condensed"/>
              <a:sym typeface="Roboto Condensed"/>
            </a:endParaRPr>
          </a:p>
          <a:p>
            <a:pPr marL="0" lvl="0" indent="0" algn="ctr" rtl="0">
              <a:lnSpc>
                <a:spcPct val="100000"/>
              </a:lnSpc>
              <a:spcBef>
                <a:spcPts val="1400"/>
              </a:spcBef>
              <a:spcAft>
                <a:spcPts val="0"/>
              </a:spcAft>
              <a:buNone/>
            </a:pPr>
            <a:r>
              <a:rPr lang="ko" sz="1200" b="1">
                <a:solidFill>
                  <a:srgbClr val="3A3838"/>
                </a:solidFill>
                <a:latin typeface="+mj-ea"/>
                <a:ea typeface="+mj-ea"/>
                <a:cs typeface="Roboto Condensed"/>
                <a:sym typeface="Roboto Condensed"/>
              </a:rPr>
              <a:t>dhcpd (67)</a:t>
            </a:r>
            <a:endParaRPr sz="1200" b="1">
              <a:solidFill>
                <a:srgbClr val="3A3838"/>
              </a:solidFill>
              <a:latin typeface="+mj-ea"/>
              <a:ea typeface="+mj-ea"/>
              <a:cs typeface="Roboto Condensed"/>
              <a:sym typeface="Roboto Condensed"/>
            </a:endParaRPr>
          </a:p>
          <a:p>
            <a:pPr marL="0" lvl="0" indent="0" algn="ctr" rtl="0">
              <a:lnSpc>
                <a:spcPct val="115000"/>
              </a:lnSpc>
              <a:spcBef>
                <a:spcPts val="1400"/>
              </a:spcBef>
              <a:spcAft>
                <a:spcPts val="0"/>
              </a:spcAft>
              <a:buNone/>
            </a:pPr>
            <a:endParaRPr sz="1200" b="1">
              <a:solidFill>
                <a:srgbClr val="3A3838"/>
              </a:solidFill>
              <a:latin typeface="+mj-ea"/>
              <a:ea typeface="+mj-ea"/>
              <a:cs typeface="Roboto Condensed"/>
              <a:sym typeface="Roboto Condensed"/>
            </a:endParaRPr>
          </a:p>
          <a:p>
            <a:pPr marL="0" lvl="0" indent="0" algn="l" rtl="0">
              <a:spcBef>
                <a:spcPts val="1400"/>
              </a:spcBef>
              <a:spcAft>
                <a:spcPts val="0"/>
              </a:spcAft>
              <a:buNone/>
            </a:pPr>
            <a:endParaRPr b="1">
              <a:latin typeface="+mj-ea"/>
              <a:ea typeface="+mj-ea"/>
              <a:cs typeface="Roboto Condensed"/>
              <a:sym typeface="Roboto Condensed"/>
            </a:endParaRPr>
          </a:p>
        </p:txBody>
      </p:sp>
      <p:sp>
        <p:nvSpPr>
          <p:cNvPr id="337" name="Google Shape;337;p19"/>
          <p:cNvSpPr/>
          <p:nvPr/>
        </p:nvSpPr>
        <p:spPr>
          <a:xfrm>
            <a:off x="6638350" y="2155050"/>
            <a:ext cx="1800000" cy="18000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1400"/>
              </a:spcBef>
              <a:spcAft>
                <a:spcPts val="0"/>
              </a:spcAft>
              <a:buNone/>
            </a:pPr>
            <a:endParaRPr sz="900" b="1">
              <a:solidFill>
                <a:srgbClr val="3A3838"/>
              </a:solidFill>
              <a:latin typeface="+mj-ea"/>
              <a:ea typeface="+mj-ea"/>
              <a:cs typeface="Roboto Condensed"/>
              <a:sym typeface="Roboto Condensed"/>
            </a:endParaRPr>
          </a:p>
          <a:p>
            <a:pPr marL="0" lvl="0" indent="0" algn="ctr" rtl="0">
              <a:lnSpc>
                <a:spcPct val="115000"/>
              </a:lnSpc>
              <a:spcBef>
                <a:spcPts val="1400"/>
              </a:spcBef>
              <a:spcAft>
                <a:spcPts val="0"/>
              </a:spcAft>
              <a:buNone/>
            </a:pPr>
            <a:endParaRPr sz="900" b="1">
              <a:solidFill>
                <a:srgbClr val="3A3838"/>
              </a:solidFill>
              <a:latin typeface="+mj-ea"/>
              <a:ea typeface="+mj-ea"/>
              <a:cs typeface="Roboto Condensed"/>
              <a:sym typeface="Roboto Condensed"/>
            </a:endParaRPr>
          </a:p>
          <a:p>
            <a:pPr marL="0" lvl="0" indent="0" algn="ctr" rtl="0">
              <a:lnSpc>
                <a:spcPct val="115000"/>
              </a:lnSpc>
              <a:spcBef>
                <a:spcPts val="1400"/>
              </a:spcBef>
              <a:spcAft>
                <a:spcPts val="0"/>
              </a:spcAft>
              <a:buNone/>
            </a:pPr>
            <a:r>
              <a:rPr lang="ko" sz="1200" b="1">
                <a:solidFill>
                  <a:srgbClr val="FFFFFF"/>
                </a:solidFill>
                <a:latin typeface="+mj-ea"/>
                <a:ea typeface="+mj-ea"/>
                <a:cs typeface="Roboto Condensed"/>
                <a:sym typeface="Roboto Condensed"/>
              </a:rPr>
              <a:t>DHCP Client</a:t>
            </a:r>
            <a:endParaRPr sz="1200" b="1">
              <a:solidFill>
                <a:srgbClr val="FFFFFF"/>
              </a:solidFill>
              <a:latin typeface="+mj-ea"/>
              <a:ea typeface="+mj-ea"/>
              <a:cs typeface="Roboto Condensed"/>
              <a:sym typeface="Roboto Condensed"/>
            </a:endParaRPr>
          </a:p>
          <a:p>
            <a:pPr marL="0" lvl="0" indent="0" algn="ctr" rtl="0">
              <a:lnSpc>
                <a:spcPct val="115000"/>
              </a:lnSpc>
              <a:spcBef>
                <a:spcPts val="1400"/>
              </a:spcBef>
              <a:spcAft>
                <a:spcPts val="0"/>
              </a:spcAft>
              <a:buNone/>
            </a:pPr>
            <a:r>
              <a:rPr lang="ko" sz="1200" b="1">
                <a:solidFill>
                  <a:srgbClr val="FFFFFF"/>
                </a:solidFill>
                <a:latin typeface="+mj-ea"/>
                <a:ea typeface="+mj-ea"/>
                <a:cs typeface="Roboto Condensed"/>
                <a:sym typeface="Roboto Condensed"/>
              </a:rPr>
              <a:t>dhcp client (68)</a:t>
            </a:r>
            <a:endParaRPr sz="1200" b="1">
              <a:solidFill>
                <a:srgbClr val="FFFFFF"/>
              </a:solidFill>
              <a:latin typeface="+mj-ea"/>
              <a:ea typeface="+mj-ea"/>
              <a:cs typeface="Roboto Condensed"/>
              <a:sym typeface="Roboto Condensed"/>
            </a:endParaRPr>
          </a:p>
          <a:p>
            <a:pPr marL="0" lvl="0" indent="0" algn="ctr" rtl="0">
              <a:lnSpc>
                <a:spcPct val="100000"/>
              </a:lnSpc>
              <a:spcBef>
                <a:spcPts val="1400"/>
              </a:spcBef>
              <a:spcAft>
                <a:spcPts val="0"/>
              </a:spcAft>
              <a:buNone/>
            </a:pPr>
            <a:endParaRPr sz="1200" b="1">
              <a:solidFill>
                <a:srgbClr val="3A3838"/>
              </a:solidFill>
              <a:latin typeface="+mj-ea"/>
              <a:ea typeface="+mj-ea"/>
              <a:cs typeface="Roboto Condensed"/>
              <a:sym typeface="Roboto Condensed"/>
            </a:endParaRPr>
          </a:p>
          <a:p>
            <a:pPr marL="0" lvl="0" indent="0" algn="ctr" rtl="0">
              <a:spcBef>
                <a:spcPts val="1400"/>
              </a:spcBef>
              <a:spcAft>
                <a:spcPts val="0"/>
              </a:spcAft>
              <a:buNone/>
            </a:pPr>
            <a:endParaRPr b="1">
              <a:latin typeface="+mj-ea"/>
              <a:ea typeface="+mj-ea"/>
              <a:cs typeface="Roboto Condensed"/>
              <a:sym typeface="Roboto Condensed"/>
            </a:endParaRPr>
          </a:p>
        </p:txBody>
      </p:sp>
      <p:sp>
        <p:nvSpPr>
          <p:cNvPr id="338" name="Google Shape;338;p19"/>
          <p:cNvSpPr/>
          <p:nvPr/>
        </p:nvSpPr>
        <p:spPr>
          <a:xfrm>
            <a:off x="2769513" y="2173675"/>
            <a:ext cx="588600" cy="483300"/>
          </a:xfrm>
          <a:prstGeom prst="leftArrow">
            <a:avLst>
              <a:gd name="adj1" fmla="val 50000"/>
              <a:gd name="adj2" fmla="val 50000"/>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1400"/>
              </a:spcBef>
              <a:spcAft>
                <a:spcPts val="1400"/>
              </a:spcAft>
              <a:buNone/>
            </a:pPr>
            <a:endParaRPr>
              <a:latin typeface="+mj-ea"/>
              <a:ea typeface="+mj-ea"/>
            </a:endParaRPr>
          </a:p>
        </p:txBody>
      </p:sp>
      <p:sp>
        <p:nvSpPr>
          <p:cNvPr id="339" name="Google Shape;339;p19"/>
          <p:cNvSpPr/>
          <p:nvPr/>
        </p:nvSpPr>
        <p:spPr>
          <a:xfrm>
            <a:off x="5762800" y="2647138"/>
            <a:ext cx="447600" cy="483300"/>
          </a:xfrm>
          <a:prstGeom prst="rightArrow">
            <a:avLst>
              <a:gd name="adj1" fmla="val 50000"/>
              <a:gd name="adj2"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graphicFrame>
        <p:nvGraphicFramePr>
          <p:cNvPr id="340" name="Google Shape;340;p19"/>
          <p:cNvGraphicFramePr/>
          <p:nvPr>
            <p:extLst>
              <p:ext uri="{D42A27DB-BD31-4B8C-83A1-F6EECF244321}">
                <p14:modId xmlns:p14="http://schemas.microsoft.com/office/powerpoint/2010/main" val="1602584931"/>
              </p:ext>
            </p:extLst>
          </p:nvPr>
        </p:nvGraphicFramePr>
        <p:xfrm>
          <a:off x="3455813" y="2155050"/>
          <a:ext cx="2165125" cy="1931100"/>
        </p:xfrm>
        <a:graphic>
          <a:graphicData uri="http://schemas.openxmlformats.org/drawingml/2006/table">
            <a:tbl>
              <a:tblPr>
                <a:noFill/>
                <a:tableStyleId>{E6BC6ABC-E7C8-488B-AC26-0233F174C8A3}</a:tableStyleId>
              </a:tblPr>
              <a:tblGrid>
                <a:gridCol w="2165125">
                  <a:extLst>
                    <a:ext uri="{9D8B030D-6E8A-4147-A177-3AD203B41FA5}">
                      <a16:colId xmlns:a16="http://schemas.microsoft.com/office/drawing/2014/main" val="20000"/>
                    </a:ext>
                  </a:extLst>
                </a:gridCol>
              </a:tblGrid>
              <a:tr h="477900">
                <a:tc>
                  <a:txBody>
                    <a:bodyPr/>
                    <a:lstStyle/>
                    <a:p>
                      <a:pPr marL="0" lvl="0" indent="0" algn="ctr" rtl="0">
                        <a:spcBef>
                          <a:spcPts val="0"/>
                        </a:spcBef>
                        <a:spcAft>
                          <a:spcPts val="0"/>
                        </a:spcAft>
                        <a:buNone/>
                      </a:pPr>
                      <a:r>
                        <a:rPr lang="ko" sz="1000" dirty="0">
                          <a:solidFill>
                            <a:srgbClr val="FFFFFF"/>
                          </a:solidFill>
                          <a:latin typeface="+mj-ea"/>
                          <a:ea typeface="+mj-ea"/>
                          <a:cs typeface="Roboto Condensed"/>
                          <a:sym typeface="Roboto Condensed"/>
                        </a:rPr>
                        <a:t>1. IP 임대 요청</a:t>
                      </a:r>
                      <a:endParaRPr sz="1000" dirty="0">
                        <a:solidFill>
                          <a:srgbClr val="FFFFFF"/>
                        </a:solidFill>
                        <a:latin typeface="+mj-ea"/>
                        <a:ea typeface="+mj-ea"/>
                        <a:cs typeface="Roboto Condensed"/>
                        <a:sym typeface="Roboto Condensed"/>
                      </a:endParaRPr>
                    </a:p>
                  </a:txBody>
                  <a:tcPr marL="91425" marR="91425" marT="91425" marB="91425">
                    <a:lnL w="9525" cap="flat" cmpd="sng">
                      <a:solidFill>
                        <a:srgbClr val="FFFFFF">
                          <a:alpha val="0"/>
                        </a:srgbClr>
                      </a:solidFill>
                      <a:prstDash val="solid"/>
                      <a:round/>
                      <a:headEnd type="none" w="sm" len="sm"/>
                      <a:tailEnd type="none" w="sm" len="sm"/>
                    </a:lnL>
                    <a:lnR w="9525" cap="flat" cmpd="sng">
                      <a:solidFill>
                        <a:srgbClr val="FFFFFF">
                          <a:alpha val="0"/>
                        </a:srgbClr>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FFFFFF">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477900">
                <a:tc>
                  <a:txBody>
                    <a:bodyPr/>
                    <a:lstStyle/>
                    <a:p>
                      <a:pPr marL="0" lvl="0" indent="0" algn="ctr" rtl="0">
                        <a:spcBef>
                          <a:spcPts val="0"/>
                        </a:spcBef>
                        <a:spcAft>
                          <a:spcPts val="0"/>
                        </a:spcAft>
                        <a:buNone/>
                      </a:pPr>
                      <a:r>
                        <a:rPr lang="ko" sz="1000" dirty="0">
                          <a:latin typeface="+mj-ea"/>
                          <a:ea typeface="+mj-ea"/>
                          <a:cs typeface="Roboto Condensed"/>
                          <a:sym typeface="Roboto Condensed"/>
                        </a:rPr>
                        <a:t>2. 네트워크 서비스 정보 응답</a:t>
                      </a:r>
                      <a:endParaRPr sz="1000" dirty="0">
                        <a:latin typeface="+mj-ea"/>
                        <a:ea typeface="+mj-ea"/>
                        <a:cs typeface="Roboto Condensed"/>
                        <a:sym typeface="Roboto Condensed"/>
                      </a:endParaRPr>
                    </a:p>
                    <a:p>
                      <a:pPr marL="0" lvl="0" indent="0" algn="ctr" rtl="0">
                        <a:spcBef>
                          <a:spcPts val="0"/>
                        </a:spcBef>
                        <a:spcAft>
                          <a:spcPts val="0"/>
                        </a:spcAft>
                        <a:buNone/>
                      </a:pPr>
                      <a:r>
                        <a:rPr lang="ko" sz="1000" dirty="0">
                          <a:latin typeface="+mj-ea"/>
                          <a:ea typeface="+mj-ea"/>
                          <a:cs typeface="Roboto Condensed"/>
                          <a:sym typeface="Roboto Condensed"/>
                        </a:rPr>
                        <a:t>(IP,할당기간,서브넷,GW)</a:t>
                      </a:r>
                      <a:endParaRPr sz="1000" dirty="0">
                        <a:latin typeface="+mj-ea"/>
                        <a:ea typeface="+mj-ea"/>
                        <a:cs typeface="Roboto Condensed"/>
                        <a:sym typeface="Roboto Condensed"/>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FFFFFF">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r h="477900">
                <a:tc>
                  <a:txBody>
                    <a:bodyPr/>
                    <a:lstStyle/>
                    <a:p>
                      <a:pPr marL="0" lvl="0" indent="0" algn="ctr" rtl="0">
                        <a:spcBef>
                          <a:spcPts val="0"/>
                        </a:spcBef>
                        <a:spcAft>
                          <a:spcPts val="0"/>
                        </a:spcAft>
                        <a:buNone/>
                      </a:pPr>
                      <a:r>
                        <a:rPr lang="ko" sz="1000" dirty="0">
                          <a:solidFill>
                            <a:srgbClr val="FFFFFF"/>
                          </a:solidFill>
                          <a:latin typeface="+mj-ea"/>
                          <a:ea typeface="+mj-ea"/>
                          <a:cs typeface="Roboto Condensed"/>
                          <a:sym typeface="Roboto Condensed"/>
                        </a:rPr>
                        <a:t>3. 네트워크 설정 후  </a:t>
                      </a:r>
                      <a:endParaRPr sz="1000" dirty="0">
                        <a:solidFill>
                          <a:srgbClr val="FFFFFF"/>
                        </a:solidFill>
                        <a:latin typeface="+mj-ea"/>
                        <a:ea typeface="+mj-ea"/>
                        <a:cs typeface="Roboto Condensed"/>
                        <a:sym typeface="Roboto Condensed"/>
                      </a:endParaRPr>
                    </a:p>
                    <a:p>
                      <a:pPr marL="0" lvl="0" indent="0" algn="ctr" rtl="0">
                        <a:spcBef>
                          <a:spcPts val="0"/>
                        </a:spcBef>
                        <a:spcAft>
                          <a:spcPts val="0"/>
                        </a:spcAft>
                        <a:buNone/>
                      </a:pPr>
                      <a:r>
                        <a:rPr lang="ko" sz="1000" dirty="0">
                          <a:solidFill>
                            <a:srgbClr val="FFFFFF"/>
                          </a:solidFill>
                          <a:latin typeface="+mj-ea"/>
                          <a:ea typeface="+mj-ea"/>
                          <a:cs typeface="Roboto Condensed"/>
                          <a:sym typeface="Roboto Condensed"/>
                        </a:rPr>
                        <a:t>사용 의사 전달</a:t>
                      </a:r>
                      <a:endParaRPr sz="1000" dirty="0">
                        <a:latin typeface="+mj-ea"/>
                        <a:ea typeface="+mj-ea"/>
                        <a:cs typeface="Roboto Condensed"/>
                        <a:sym typeface="Roboto Condensed"/>
                      </a:endParaRPr>
                    </a:p>
                  </a:txBody>
                  <a:tcPr marL="91425" marR="91425" marT="91425" marB="91425">
                    <a:lnT w="9525" cap="flat" cmpd="sng">
                      <a:solidFill>
                        <a:srgbClr val="D9D9D9"/>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477900">
                <a:tc>
                  <a:txBody>
                    <a:bodyPr/>
                    <a:lstStyle/>
                    <a:p>
                      <a:pPr marL="0" lvl="0" indent="0" algn="ctr" rtl="0">
                        <a:spcBef>
                          <a:spcPts val="0"/>
                        </a:spcBef>
                        <a:spcAft>
                          <a:spcPts val="0"/>
                        </a:spcAft>
                        <a:buNone/>
                      </a:pPr>
                      <a:r>
                        <a:rPr lang="ko" sz="1000" dirty="0">
                          <a:latin typeface="+mj-ea"/>
                          <a:ea typeface="+mj-ea"/>
                          <a:cs typeface="Roboto Condensed"/>
                          <a:sym typeface="Roboto Condensed"/>
                        </a:rPr>
                        <a:t>4.  DHCP 서버 사용허가 </a:t>
                      </a:r>
                      <a:endParaRPr sz="1000" dirty="0">
                        <a:latin typeface="+mj-ea"/>
                        <a:ea typeface="+mj-ea"/>
                        <a:cs typeface="Roboto Condensed"/>
                        <a:sym typeface="Roboto Condensed"/>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4"/>
                    </a:solidFill>
                  </a:tcPr>
                </a:tc>
                <a:extLst>
                  <a:ext uri="{0D108BD9-81ED-4DB2-BD59-A6C34878D82A}">
                    <a16:rowId xmlns:a16="http://schemas.microsoft.com/office/drawing/2014/main" val="10003"/>
                  </a:ext>
                </a:extLst>
              </a:tr>
            </a:tbl>
          </a:graphicData>
        </a:graphic>
      </p:graphicFrame>
      <p:sp>
        <p:nvSpPr>
          <p:cNvPr id="341" name="Google Shape;341;p19"/>
          <p:cNvSpPr/>
          <p:nvPr/>
        </p:nvSpPr>
        <p:spPr>
          <a:xfrm>
            <a:off x="2769513" y="3120600"/>
            <a:ext cx="588600" cy="483300"/>
          </a:xfrm>
          <a:prstGeom prst="leftArrow">
            <a:avLst>
              <a:gd name="adj1" fmla="val 50000"/>
              <a:gd name="adj2" fmla="val 50000"/>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1400"/>
              </a:spcBef>
              <a:spcAft>
                <a:spcPts val="1400"/>
              </a:spcAft>
              <a:buNone/>
            </a:pPr>
            <a:endParaRPr>
              <a:latin typeface="+mj-ea"/>
              <a:ea typeface="+mj-ea"/>
            </a:endParaRPr>
          </a:p>
        </p:txBody>
      </p:sp>
      <p:sp>
        <p:nvSpPr>
          <p:cNvPr id="342" name="Google Shape;342;p19"/>
          <p:cNvSpPr/>
          <p:nvPr/>
        </p:nvSpPr>
        <p:spPr>
          <a:xfrm>
            <a:off x="5762800" y="3594063"/>
            <a:ext cx="447600" cy="483300"/>
          </a:xfrm>
          <a:prstGeom prst="rightArrow">
            <a:avLst>
              <a:gd name="adj1" fmla="val 50000"/>
              <a:gd name="adj2"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343" name="Google Shape;343;p19"/>
          <p:cNvSpPr/>
          <p:nvPr/>
        </p:nvSpPr>
        <p:spPr>
          <a:xfrm>
            <a:off x="2840013" y="2656975"/>
            <a:ext cx="447600" cy="483300"/>
          </a:xfrm>
          <a:prstGeom prst="rightArrow">
            <a:avLst>
              <a:gd name="adj1" fmla="val 50000"/>
              <a:gd name="adj2"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344" name="Google Shape;344;p19"/>
          <p:cNvSpPr/>
          <p:nvPr/>
        </p:nvSpPr>
        <p:spPr>
          <a:xfrm>
            <a:off x="2840013" y="3673275"/>
            <a:ext cx="447600" cy="483300"/>
          </a:xfrm>
          <a:prstGeom prst="rightArrow">
            <a:avLst>
              <a:gd name="adj1" fmla="val 50000"/>
              <a:gd name="adj2"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345" name="Google Shape;345;p19"/>
          <p:cNvSpPr/>
          <p:nvPr/>
        </p:nvSpPr>
        <p:spPr>
          <a:xfrm>
            <a:off x="5692300" y="2163838"/>
            <a:ext cx="588600" cy="483300"/>
          </a:xfrm>
          <a:prstGeom prst="leftArrow">
            <a:avLst>
              <a:gd name="adj1" fmla="val 50000"/>
              <a:gd name="adj2" fmla="val 50000"/>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1400"/>
              </a:spcBef>
              <a:spcAft>
                <a:spcPts val="1400"/>
              </a:spcAft>
              <a:buNone/>
            </a:pPr>
            <a:endParaRPr>
              <a:latin typeface="+mj-ea"/>
              <a:ea typeface="+mj-ea"/>
            </a:endParaRPr>
          </a:p>
        </p:txBody>
      </p:sp>
      <p:sp>
        <p:nvSpPr>
          <p:cNvPr id="346" name="Google Shape;346;p19"/>
          <p:cNvSpPr/>
          <p:nvPr/>
        </p:nvSpPr>
        <p:spPr>
          <a:xfrm>
            <a:off x="5692300" y="3110763"/>
            <a:ext cx="588600" cy="483300"/>
          </a:xfrm>
          <a:prstGeom prst="leftArrow">
            <a:avLst>
              <a:gd name="adj1" fmla="val 50000"/>
              <a:gd name="adj2" fmla="val 50000"/>
            </a:avLst>
          </a:prstGeom>
          <a:solidFill>
            <a:schemeClr val="dk1"/>
          </a:solidFill>
          <a:ln>
            <a:noFill/>
          </a:ln>
        </p:spPr>
        <p:txBody>
          <a:bodyPr spcFirstLastPara="1" wrap="square" lIns="91425" tIns="91425" rIns="91425" bIns="91425" anchor="ctr" anchorCtr="0">
            <a:noAutofit/>
          </a:bodyPr>
          <a:lstStyle/>
          <a:p>
            <a:pPr marL="0" lvl="0" indent="0" algn="l" rtl="0">
              <a:lnSpc>
                <a:spcPct val="115000"/>
              </a:lnSpc>
              <a:spcBef>
                <a:spcPts val="1400"/>
              </a:spcBef>
              <a:spcAft>
                <a:spcPts val="1400"/>
              </a:spcAft>
              <a:buNone/>
            </a:pPr>
            <a:endParaRPr>
              <a:latin typeface="+mj-ea"/>
              <a:ea typeface="+mj-ea"/>
            </a:endParaRPr>
          </a:p>
        </p:txBody>
      </p:sp>
      <p:sp>
        <p:nvSpPr>
          <p:cNvPr id="347" name="Google Shape;347;p19"/>
          <p:cNvSpPr/>
          <p:nvPr/>
        </p:nvSpPr>
        <p:spPr>
          <a:xfrm>
            <a:off x="6824900" y="1464425"/>
            <a:ext cx="1574700" cy="3006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500" b="1">
                <a:solidFill>
                  <a:schemeClr val="dk1"/>
                </a:solidFill>
                <a:latin typeface="+mj-ea"/>
                <a:ea typeface="+mj-ea"/>
                <a:cs typeface="Roboto Condensed"/>
                <a:sym typeface="Roboto Condensed"/>
              </a:rPr>
              <a:t>Client Pool</a:t>
            </a:r>
            <a:endParaRPr sz="1500" b="1">
              <a:solidFill>
                <a:schemeClr val="dk1"/>
              </a:solidFill>
              <a:latin typeface="+mj-ea"/>
              <a:ea typeface="+mj-ea"/>
              <a:cs typeface="Roboto Condensed"/>
              <a:sym typeface="Roboto Condense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cxnSp>
        <p:nvCxnSpPr>
          <p:cNvPr id="352" name="Google Shape;352;p20"/>
          <p:cNvCxnSpPr>
            <a:endCxn id="353" idx="0"/>
          </p:cNvCxnSpPr>
          <p:nvPr/>
        </p:nvCxnSpPr>
        <p:spPr>
          <a:xfrm>
            <a:off x="1706171" y="2868214"/>
            <a:ext cx="697200" cy="8400"/>
          </a:xfrm>
          <a:prstGeom prst="straightConnector1">
            <a:avLst/>
          </a:prstGeom>
          <a:noFill/>
          <a:ln w="19050" cap="flat" cmpd="sng">
            <a:solidFill>
              <a:schemeClr val="dk2"/>
            </a:solidFill>
            <a:prstDash val="solid"/>
            <a:round/>
            <a:headEnd type="none" w="med" len="med"/>
            <a:tailEnd type="none" w="med" len="med"/>
          </a:ln>
        </p:spPr>
      </p:cxnSp>
      <p:pic>
        <p:nvPicPr>
          <p:cNvPr id="354" name="Google Shape;354;p20"/>
          <p:cNvPicPr preferRelativeResize="0"/>
          <p:nvPr/>
        </p:nvPicPr>
        <p:blipFill>
          <a:blip r:embed="rId3">
            <a:alphaModFix/>
          </a:blip>
          <a:stretch>
            <a:fillRect/>
          </a:stretch>
        </p:blipFill>
        <p:spPr>
          <a:xfrm>
            <a:off x="7969200" y="1676811"/>
            <a:ext cx="676200" cy="676200"/>
          </a:xfrm>
          <a:prstGeom prst="rect">
            <a:avLst/>
          </a:prstGeom>
          <a:noFill/>
          <a:ln>
            <a:noFill/>
          </a:ln>
        </p:spPr>
      </p:pic>
      <p:sp>
        <p:nvSpPr>
          <p:cNvPr id="355" name="Google Shape;355;p20"/>
          <p:cNvSpPr/>
          <p:nvPr/>
        </p:nvSpPr>
        <p:spPr>
          <a:xfrm rot="10800000">
            <a:off x="4116350" y="1747600"/>
            <a:ext cx="1603200" cy="3210000"/>
          </a:xfrm>
          <a:prstGeom prst="roundRect">
            <a:avLst>
              <a:gd name="adj" fmla="val 16667"/>
            </a:avLst>
          </a:prstGeom>
          <a:noFill/>
          <a:ln w="19050" cap="flat" cmpd="sng">
            <a:solidFill>
              <a:srgbClr val="000000"/>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356" name="Google Shape;356;p20"/>
          <p:cNvSpPr/>
          <p:nvPr/>
        </p:nvSpPr>
        <p:spPr>
          <a:xfrm flipH="1">
            <a:off x="182575" y="1676800"/>
            <a:ext cx="1545300" cy="3258600"/>
          </a:xfrm>
          <a:prstGeom prst="roundRect">
            <a:avLst>
              <a:gd name="adj" fmla="val 16667"/>
            </a:avLst>
          </a:prstGeom>
          <a:noFill/>
          <a:ln w="19050" cap="flat" cmpd="sng">
            <a:solidFill>
              <a:srgbClr val="000000"/>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cs typeface="Roboto Condensed"/>
              <a:sym typeface="Roboto Condensed"/>
            </a:endParaRPr>
          </a:p>
          <a:p>
            <a:pPr marL="0" lvl="0" indent="0" algn="l" rtl="0">
              <a:spcBef>
                <a:spcPts val="0"/>
              </a:spcBef>
              <a:spcAft>
                <a:spcPts val="0"/>
              </a:spcAft>
              <a:buNone/>
            </a:pPr>
            <a:endParaRPr>
              <a:latin typeface="+mj-ea"/>
              <a:ea typeface="+mj-ea"/>
              <a:cs typeface="Roboto Condensed"/>
              <a:sym typeface="Roboto Condensed"/>
            </a:endParaRPr>
          </a:p>
          <a:p>
            <a:pPr marL="0" lvl="0" indent="0" algn="l" rtl="0">
              <a:spcBef>
                <a:spcPts val="0"/>
              </a:spcBef>
              <a:spcAft>
                <a:spcPts val="0"/>
              </a:spcAft>
              <a:buNone/>
            </a:pPr>
            <a:endParaRPr>
              <a:latin typeface="+mj-ea"/>
              <a:ea typeface="+mj-ea"/>
              <a:cs typeface="Roboto Condensed"/>
              <a:sym typeface="Roboto Condensed"/>
            </a:endParaRPr>
          </a:p>
          <a:p>
            <a:pPr marL="0" lvl="0" indent="0" algn="l" rtl="0">
              <a:spcBef>
                <a:spcPts val="0"/>
              </a:spcBef>
              <a:spcAft>
                <a:spcPts val="0"/>
              </a:spcAft>
              <a:buNone/>
            </a:pPr>
            <a:endParaRPr>
              <a:latin typeface="+mj-ea"/>
              <a:ea typeface="+mj-ea"/>
              <a:cs typeface="Roboto Condensed"/>
              <a:sym typeface="Roboto Condensed"/>
            </a:endParaRPr>
          </a:p>
          <a:p>
            <a:pPr marL="0" lvl="0" indent="0" algn="l" rtl="0">
              <a:spcBef>
                <a:spcPts val="0"/>
              </a:spcBef>
              <a:spcAft>
                <a:spcPts val="0"/>
              </a:spcAft>
              <a:buNone/>
            </a:pPr>
            <a:endParaRPr>
              <a:latin typeface="+mj-ea"/>
              <a:ea typeface="+mj-ea"/>
              <a:cs typeface="Roboto Condensed"/>
              <a:sym typeface="Roboto Condensed"/>
            </a:endParaRPr>
          </a:p>
          <a:p>
            <a:pPr marL="0" lvl="0" indent="0" algn="l" rtl="0">
              <a:spcBef>
                <a:spcPts val="0"/>
              </a:spcBef>
              <a:spcAft>
                <a:spcPts val="0"/>
              </a:spcAft>
              <a:buNone/>
            </a:pPr>
            <a:endParaRPr>
              <a:latin typeface="+mj-ea"/>
              <a:ea typeface="+mj-ea"/>
              <a:cs typeface="Roboto Condensed"/>
              <a:sym typeface="Roboto Condensed"/>
            </a:endParaRPr>
          </a:p>
          <a:p>
            <a:pPr marL="0" lvl="0" indent="0" algn="l" rtl="0">
              <a:spcBef>
                <a:spcPts val="0"/>
              </a:spcBef>
              <a:spcAft>
                <a:spcPts val="0"/>
              </a:spcAft>
              <a:buNone/>
            </a:pPr>
            <a:endParaRPr>
              <a:latin typeface="+mj-ea"/>
              <a:ea typeface="+mj-ea"/>
              <a:cs typeface="Roboto Condensed"/>
              <a:sym typeface="Roboto Condensed"/>
            </a:endParaRPr>
          </a:p>
          <a:p>
            <a:pPr marL="0" lvl="0" indent="0" algn="l" rtl="0">
              <a:spcBef>
                <a:spcPts val="0"/>
              </a:spcBef>
              <a:spcAft>
                <a:spcPts val="0"/>
              </a:spcAft>
              <a:buNone/>
            </a:pPr>
            <a:endParaRPr>
              <a:latin typeface="+mj-ea"/>
              <a:ea typeface="+mj-ea"/>
              <a:cs typeface="Roboto Condensed"/>
              <a:sym typeface="Roboto Condensed"/>
            </a:endParaRPr>
          </a:p>
          <a:p>
            <a:pPr marL="0" lvl="0" indent="0" algn="l" rtl="0">
              <a:spcBef>
                <a:spcPts val="0"/>
              </a:spcBef>
              <a:spcAft>
                <a:spcPts val="0"/>
              </a:spcAft>
              <a:buNone/>
            </a:pPr>
            <a:endParaRPr>
              <a:latin typeface="+mj-ea"/>
              <a:ea typeface="+mj-ea"/>
              <a:cs typeface="Roboto Condensed"/>
              <a:sym typeface="Roboto Condensed"/>
            </a:endParaRPr>
          </a:p>
          <a:p>
            <a:pPr marL="0" lvl="0" indent="0" algn="l" rtl="0">
              <a:spcBef>
                <a:spcPts val="0"/>
              </a:spcBef>
              <a:spcAft>
                <a:spcPts val="0"/>
              </a:spcAft>
              <a:buNone/>
            </a:pPr>
            <a:endParaRPr>
              <a:latin typeface="+mj-ea"/>
              <a:ea typeface="+mj-ea"/>
              <a:cs typeface="Roboto Condensed"/>
              <a:sym typeface="Roboto Condensed"/>
            </a:endParaRPr>
          </a:p>
          <a:p>
            <a:pPr marL="0" lvl="0" indent="0" algn="l" rtl="0">
              <a:spcBef>
                <a:spcPts val="0"/>
              </a:spcBef>
              <a:spcAft>
                <a:spcPts val="0"/>
              </a:spcAft>
              <a:buNone/>
            </a:pPr>
            <a:endParaRPr>
              <a:latin typeface="+mj-ea"/>
              <a:ea typeface="+mj-ea"/>
              <a:cs typeface="Roboto Condensed"/>
              <a:sym typeface="Roboto Condensed"/>
            </a:endParaRPr>
          </a:p>
          <a:p>
            <a:pPr marL="0" lvl="0" indent="0" algn="l" rtl="0">
              <a:spcBef>
                <a:spcPts val="0"/>
              </a:spcBef>
              <a:spcAft>
                <a:spcPts val="0"/>
              </a:spcAft>
              <a:buNone/>
            </a:pPr>
            <a:endParaRPr>
              <a:latin typeface="+mj-ea"/>
              <a:ea typeface="+mj-ea"/>
              <a:cs typeface="Roboto Condensed"/>
              <a:sym typeface="Roboto Condensed"/>
            </a:endParaRPr>
          </a:p>
          <a:p>
            <a:pPr marL="0" lvl="0" indent="0" algn="ctr" rtl="0">
              <a:spcBef>
                <a:spcPts val="0"/>
              </a:spcBef>
              <a:spcAft>
                <a:spcPts val="0"/>
              </a:spcAft>
              <a:buNone/>
            </a:pPr>
            <a:endParaRPr>
              <a:latin typeface="+mj-ea"/>
              <a:ea typeface="+mj-ea"/>
              <a:cs typeface="Roboto Condensed"/>
              <a:sym typeface="Roboto Condensed"/>
            </a:endParaRPr>
          </a:p>
          <a:p>
            <a:pPr marL="0" lvl="0" indent="0" algn="ctr" rtl="0">
              <a:spcBef>
                <a:spcPts val="0"/>
              </a:spcBef>
              <a:spcAft>
                <a:spcPts val="0"/>
              </a:spcAft>
              <a:buNone/>
            </a:pPr>
            <a:endParaRPr>
              <a:latin typeface="+mj-ea"/>
              <a:ea typeface="+mj-ea"/>
              <a:cs typeface="Roboto Condensed"/>
              <a:sym typeface="Roboto Condensed"/>
            </a:endParaRPr>
          </a:p>
        </p:txBody>
      </p:sp>
      <p:sp>
        <p:nvSpPr>
          <p:cNvPr id="357" name="Google Shape;357;p20"/>
          <p:cNvSpPr txBox="1">
            <a:spLocks noGrp="1"/>
          </p:cNvSpPr>
          <p:nvPr>
            <p:ph type="title"/>
          </p:nvPr>
        </p:nvSpPr>
        <p:spPr>
          <a:xfrm>
            <a:off x="813625" y="411950"/>
            <a:ext cx="5493600" cy="766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ko" sz="2520">
                <a:latin typeface="+mj-ea"/>
                <a:ea typeface="+mj-ea"/>
              </a:rPr>
              <a:t>사내 DHCP 서버 구성도</a:t>
            </a:r>
            <a:endParaRPr sz="2520">
              <a:latin typeface="+mj-ea"/>
              <a:ea typeface="+mj-ea"/>
            </a:endParaRPr>
          </a:p>
        </p:txBody>
      </p:sp>
      <p:grpSp>
        <p:nvGrpSpPr>
          <p:cNvPr id="358" name="Google Shape;358;p20"/>
          <p:cNvGrpSpPr/>
          <p:nvPr/>
        </p:nvGrpSpPr>
        <p:grpSpPr>
          <a:xfrm>
            <a:off x="439583" y="2254300"/>
            <a:ext cx="979328" cy="1756994"/>
            <a:chOff x="365270" y="3019775"/>
            <a:chExt cx="979328" cy="1756994"/>
          </a:xfrm>
        </p:grpSpPr>
        <p:pic>
          <p:nvPicPr>
            <p:cNvPr id="359" name="Google Shape;359;p20"/>
            <p:cNvPicPr preferRelativeResize="0"/>
            <p:nvPr/>
          </p:nvPicPr>
          <p:blipFill>
            <a:blip r:embed="rId4">
              <a:alphaModFix/>
            </a:blip>
            <a:stretch>
              <a:fillRect/>
            </a:stretch>
          </p:blipFill>
          <p:spPr>
            <a:xfrm flipH="1">
              <a:off x="922601" y="4487130"/>
              <a:ext cx="421997" cy="289639"/>
            </a:xfrm>
            <a:prstGeom prst="rect">
              <a:avLst/>
            </a:prstGeom>
            <a:noFill/>
            <a:ln>
              <a:noFill/>
            </a:ln>
          </p:spPr>
        </p:pic>
        <p:pic>
          <p:nvPicPr>
            <p:cNvPr id="360" name="Google Shape;360;p20"/>
            <p:cNvPicPr preferRelativeResize="0"/>
            <p:nvPr/>
          </p:nvPicPr>
          <p:blipFill>
            <a:blip r:embed="rId4">
              <a:alphaModFix/>
            </a:blip>
            <a:stretch>
              <a:fillRect/>
            </a:stretch>
          </p:blipFill>
          <p:spPr>
            <a:xfrm flipH="1">
              <a:off x="922601" y="4120291"/>
              <a:ext cx="421997" cy="289639"/>
            </a:xfrm>
            <a:prstGeom prst="rect">
              <a:avLst/>
            </a:prstGeom>
            <a:noFill/>
            <a:ln>
              <a:noFill/>
            </a:ln>
          </p:spPr>
        </p:pic>
        <p:pic>
          <p:nvPicPr>
            <p:cNvPr id="361" name="Google Shape;361;p20"/>
            <p:cNvPicPr preferRelativeResize="0"/>
            <p:nvPr/>
          </p:nvPicPr>
          <p:blipFill>
            <a:blip r:embed="rId4">
              <a:alphaModFix/>
            </a:blip>
            <a:stretch>
              <a:fillRect/>
            </a:stretch>
          </p:blipFill>
          <p:spPr>
            <a:xfrm flipH="1">
              <a:off x="365270" y="4487130"/>
              <a:ext cx="421997" cy="289639"/>
            </a:xfrm>
            <a:prstGeom prst="rect">
              <a:avLst/>
            </a:prstGeom>
            <a:noFill/>
            <a:ln>
              <a:noFill/>
            </a:ln>
          </p:spPr>
        </p:pic>
        <p:pic>
          <p:nvPicPr>
            <p:cNvPr id="362" name="Google Shape;362;p20"/>
            <p:cNvPicPr preferRelativeResize="0"/>
            <p:nvPr/>
          </p:nvPicPr>
          <p:blipFill>
            <a:blip r:embed="rId4">
              <a:alphaModFix/>
            </a:blip>
            <a:stretch>
              <a:fillRect/>
            </a:stretch>
          </p:blipFill>
          <p:spPr>
            <a:xfrm flipH="1">
              <a:off x="369246" y="4120291"/>
              <a:ext cx="421997" cy="289639"/>
            </a:xfrm>
            <a:prstGeom prst="rect">
              <a:avLst/>
            </a:prstGeom>
            <a:noFill/>
            <a:ln>
              <a:noFill/>
            </a:ln>
          </p:spPr>
        </p:pic>
        <p:pic>
          <p:nvPicPr>
            <p:cNvPr id="363" name="Google Shape;363;p20"/>
            <p:cNvPicPr preferRelativeResize="0"/>
            <p:nvPr/>
          </p:nvPicPr>
          <p:blipFill>
            <a:blip r:embed="rId4">
              <a:alphaModFix/>
            </a:blip>
            <a:stretch>
              <a:fillRect/>
            </a:stretch>
          </p:blipFill>
          <p:spPr>
            <a:xfrm flipH="1">
              <a:off x="369260" y="3753453"/>
              <a:ext cx="421997" cy="289639"/>
            </a:xfrm>
            <a:prstGeom prst="rect">
              <a:avLst/>
            </a:prstGeom>
            <a:noFill/>
            <a:ln>
              <a:noFill/>
            </a:ln>
          </p:spPr>
        </p:pic>
        <p:pic>
          <p:nvPicPr>
            <p:cNvPr id="364" name="Google Shape;364;p20"/>
            <p:cNvPicPr preferRelativeResize="0"/>
            <p:nvPr/>
          </p:nvPicPr>
          <p:blipFill>
            <a:blip r:embed="rId4">
              <a:alphaModFix/>
            </a:blip>
            <a:stretch>
              <a:fillRect/>
            </a:stretch>
          </p:blipFill>
          <p:spPr>
            <a:xfrm flipH="1">
              <a:off x="922601" y="3753453"/>
              <a:ext cx="421997" cy="289639"/>
            </a:xfrm>
            <a:prstGeom prst="rect">
              <a:avLst/>
            </a:prstGeom>
            <a:noFill/>
            <a:ln>
              <a:noFill/>
            </a:ln>
          </p:spPr>
        </p:pic>
        <p:pic>
          <p:nvPicPr>
            <p:cNvPr id="365" name="Google Shape;365;p20"/>
            <p:cNvPicPr preferRelativeResize="0"/>
            <p:nvPr/>
          </p:nvPicPr>
          <p:blipFill>
            <a:blip r:embed="rId4">
              <a:alphaModFix/>
            </a:blip>
            <a:stretch>
              <a:fillRect/>
            </a:stretch>
          </p:blipFill>
          <p:spPr>
            <a:xfrm flipH="1">
              <a:off x="922601" y="3019775"/>
              <a:ext cx="421997" cy="289639"/>
            </a:xfrm>
            <a:prstGeom prst="rect">
              <a:avLst/>
            </a:prstGeom>
            <a:noFill/>
            <a:ln>
              <a:noFill/>
            </a:ln>
          </p:spPr>
        </p:pic>
        <p:pic>
          <p:nvPicPr>
            <p:cNvPr id="366" name="Google Shape;366;p20"/>
            <p:cNvPicPr preferRelativeResize="0"/>
            <p:nvPr/>
          </p:nvPicPr>
          <p:blipFill>
            <a:blip r:embed="rId4">
              <a:alphaModFix/>
            </a:blip>
            <a:stretch>
              <a:fillRect/>
            </a:stretch>
          </p:blipFill>
          <p:spPr>
            <a:xfrm flipH="1">
              <a:off x="369261" y="3386614"/>
              <a:ext cx="421997" cy="289639"/>
            </a:xfrm>
            <a:prstGeom prst="rect">
              <a:avLst/>
            </a:prstGeom>
            <a:noFill/>
            <a:ln>
              <a:noFill/>
            </a:ln>
          </p:spPr>
        </p:pic>
        <p:pic>
          <p:nvPicPr>
            <p:cNvPr id="367" name="Google Shape;367;p20"/>
            <p:cNvPicPr preferRelativeResize="0"/>
            <p:nvPr/>
          </p:nvPicPr>
          <p:blipFill>
            <a:blip r:embed="rId4">
              <a:alphaModFix/>
            </a:blip>
            <a:stretch>
              <a:fillRect/>
            </a:stretch>
          </p:blipFill>
          <p:spPr>
            <a:xfrm flipH="1">
              <a:off x="369261" y="3019775"/>
              <a:ext cx="421997" cy="289639"/>
            </a:xfrm>
            <a:prstGeom prst="rect">
              <a:avLst/>
            </a:prstGeom>
            <a:noFill/>
            <a:ln>
              <a:noFill/>
            </a:ln>
          </p:spPr>
        </p:pic>
        <p:pic>
          <p:nvPicPr>
            <p:cNvPr id="368" name="Google Shape;368;p20"/>
            <p:cNvPicPr preferRelativeResize="0"/>
            <p:nvPr/>
          </p:nvPicPr>
          <p:blipFill>
            <a:blip r:embed="rId4">
              <a:alphaModFix/>
            </a:blip>
            <a:stretch>
              <a:fillRect/>
            </a:stretch>
          </p:blipFill>
          <p:spPr>
            <a:xfrm flipH="1">
              <a:off x="922601" y="3386614"/>
              <a:ext cx="421997" cy="289639"/>
            </a:xfrm>
            <a:prstGeom prst="rect">
              <a:avLst/>
            </a:prstGeom>
            <a:noFill/>
            <a:ln>
              <a:noFill/>
            </a:ln>
          </p:spPr>
        </p:pic>
      </p:grpSp>
      <p:sp>
        <p:nvSpPr>
          <p:cNvPr id="369" name="Google Shape;369;p20"/>
          <p:cNvSpPr/>
          <p:nvPr/>
        </p:nvSpPr>
        <p:spPr>
          <a:xfrm flipH="1">
            <a:off x="325075" y="1566074"/>
            <a:ext cx="1260300" cy="300900"/>
          </a:xfrm>
          <a:prstGeom prst="roundRect">
            <a:avLst>
              <a:gd name="adj" fmla="val 16667"/>
            </a:avLst>
          </a:prstGeom>
          <a:solidFill>
            <a:srgbClr val="F6B26B"/>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000" b="1">
                <a:solidFill>
                  <a:schemeClr val="dk1"/>
                </a:solidFill>
                <a:latin typeface="+mj-ea"/>
                <a:ea typeface="+mj-ea"/>
              </a:rPr>
              <a:t>사무용 PC 10대</a:t>
            </a:r>
            <a:endParaRPr sz="1000" b="1" i="0" u="none" strike="noStrike" cap="none">
              <a:solidFill>
                <a:schemeClr val="dk1"/>
              </a:solidFill>
              <a:latin typeface="+mj-ea"/>
              <a:ea typeface="+mj-ea"/>
            </a:endParaRPr>
          </a:p>
        </p:txBody>
      </p:sp>
      <p:grpSp>
        <p:nvGrpSpPr>
          <p:cNvPr id="370" name="Google Shape;370;p20"/>
          <p:cNvGrpSpPr/>
          <p:nvPr/>
        </p:nvGrpSpPr>
        <p:grpSpPr>
          <a:xfrm>
            <a:off x="4283600" y="2249983"/>
            <a:ext cx="1263300" cy="1271091"/>
            <a:chOff x="4222667" y="3775514"/>
            <a:chExt cx="1263300" cy="779189"/>
          </a:xfrm>
        </p:grpSpPr>
        <p:sp>
          <p:nvSpPr>
            <p:cNvPr id="371" name="Google Shape;371;p20"/>
            <p:cNvSpPr/>
            <p:nvPr/>
          </p:nvSpPr>
          <p:spPr>
            <a:xfrm rot="10800000">
              <a:off x="4222667" y="3833203"/>
              <a:ext cx="1263300" cy="721500"/>
            </a:xfrm>
            <a:prstGeom prst="roundRect">
              <a:avLst>
                <a:gd name="adj" fmla="val 16667"/>
              </a:avLst>
            </a:prstGeom>
            <a:noFill/>
            <a:ln w="19050" cap="flat" cmpd="sng">
              <a:solidFill>
                <a:srgbClr val="000000"/>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pic>
          <p:nvPicPr>
            <p:cNvPr id="372" name="Google Shape;372;p20"/>
            <p:cNvPicPr preferRelativeResize="0"/>
            <p:nvPr/>
          </p:nvPicPr>
          <p:blipFill>
            <a:blip r:embed="rId5">
              <a:alphaModFix/>
            </a:blip>
            <a:stretch>
              <a:fillRect/>
            </a:stretch>
          </p:blipFill>
          <p:spPr>
            <a:xfrm flipH="1">
              <a:off x="4655167" y="4073094"/>
              <a:ext cx="398386" cy="240693"/>
            </a:xfrm>
            <a:prstGeom prst="rect">
              <a:avLst/>
            </a:prstGeom>
            <a:noFill/>
            <a:ln>
              <a:noFill/>
            </a:ln>
          </p:spPr>
        </p:pic>
        <p:sp>
          <p:nvSpPr>
            <p:cNvPr id="373" name="Google Shape;373;p20"/>
            <p:cNvSpPr/>
            <p:nvPr/>
          </p:nvSpPr>
          <p:spPr>
            <a:xfrm flipH="1">
              <a:off x="4355671" y="3775514"/>
              <a:ext cx="1021800" cy="1671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200" b="1">
                  <a:solidFill>
                    <a:schemeClr val="dk1"/>
                  </a:solidFill>
                  <a:latin typeface="+mj-ea"/>
                  <a:ea typeface="+mj-ea"/>
                  <a:cs typeface="Roboto Condensed"/>
                  <a:sym typeface="Roboto Condensed"/>
                </a:rPr>
                <a:t>DHCP 서버</a:t>
              </a:r>
              <a:endParaRPr sz="1200" b="1" i="0" u="none" strike="noStrike" cap="none">
                <a:solidFill>
                  <a:schemeClr val="dk1"/>
                </a:solidFill>
                <a:latin typeface="+mj-ea"/>
                <a:ea typeface="+mj-ea"/>
                <a:cs typeface="Roboto Condensed"/>
                <a:sym typeface="Roboto Condensed"/>
              </a:endParaRPr>
            </a:p>
          </p:txBody>
        </p:sp>
      </p:grpSp>
      <p:cxnSp>
        <p:nvCxnSpPr>
          <p:cNvPr id="374" name="Google Shape;374;p20"/>
          <p:cNvCxnSpPr/>
          <p:nvPr/>
        </p:nvCxnSpPr>
        <p:spPr>
          <a:xfrm flipH="1">
            <a:off x="6498463" y="3404925"/>
            <a:ext cx="507600" cy="1200"/>
          </a:xfrm>
          <a:prstGeom prst="straightConnector1">
            <a:avLst/>
          </a:prstGeom>
          <a:noFill/>
          <a:ln w="19050" cap="flat" cmpd="sng">
            <a:solidFill>
              <a:schemeClr val="dk2"/>
            </a:solidFill>
            <a:prstDash val="solid"/>
            <a:round/>
            <a:headEnd type="none" w="med" len="med"/>
            <a:tailEnd type="none" w="med" len="med"/>
          </a:ln>
        </p:spPr>
      </p:cxnSp>
      <p:grpSp>
        <p:nvGrpSpPr>
          <p:cNvPr id="375" name="Google Shape;375;p20"/>
          <p:cNvGrpSpPr/>
          <p:nvPr/>
        </p:nvGrpSpPr>
        <p:grpSpPr>
          <a:xfrm>
            <a:off x="8006104" y="2610293"/>
            <a:ext cx="783772" cy="1022422"/>
            <a:chOff x="5679953" y="2403782"/>
            <a:chExt cx="507822" cy="438131"/>
          </a:xfrm>
        </p:grpSpPr>
        <p:pic>
          <p:nvPicPr>
            <p:cNvPr id="376" name="Google Shape;376;p20"/>
            <p:cNvPicPr preferRelativeResize="0"/>
            <p:nvPr/>
          </p:nvPicPr>
          <p:blipFill>
            <a:blip r:embed="rId6">
              <a:alphaModFix/>
            </a:blip>
            <a:stretch>
              <a:fillRect/>
            </a:stretch>
          </p:blipFill>
          <p:spPr>
            <a:xfrm>
              <a:off x="5679953" y="2460013"/>
              <a:ext cx="381900" cy="381900"/>
            </a:xfrm>
            <a:prstGeom prst="rect">
              <a:avLst/>
            </a:prstGeom>
            <a:noFill/>
            <a:ln>
              <a:noFill/>
            </a:ln>
          </p:spPr>
        </p:pic>
        <p:sp>
          <p:nvSpPr>
            <p:cNvPr id="377" name="Google Shape;377;p20"/>
            <p:cNvSpPr/>
            <p:nvPr/>
          </p:nvSpPr>
          <p:spPr>
            <a:xfrm>
              <a:off x="5749175" y="2403782"/>
              <a:ext cx="438600" cy="281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grpSp>
      <p:sp>
        <p:nvSpPr>
          <p:cNvPr id="378" name="Google Shape;378;p20"/>
          <p:cNvSpPr txBox="1"/>
          <p:nvPr/>
        </p:nvSpPr>
        <p:spPr>
          <a:xfrm flipH="1">
            <a:off x="7947541" y="3496725"/>
            <a:ext cx="6876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1000">
                <a:solidFill>
                  <a:schemeClr val="dk1"/>
                </a:solidFill>
                <a:latin typeface="+mj-ea"/>
                <a:ea typeface="+mj-ea"/>
                <a:cs typeface="Roboto Condensed"/>
                <a:sym typeface="Roboto Condensed"/>
              </a:rPr>
              <a:t>Router</a:t>
            </a:r>
            <a:endParaRPr sz="1000">
              <a:solidFill>
                <a:schemeClr val="dk1"/>
              </a:solidFill>
              <a:latin typeface="+mj-ea"/>
              <a:ea typeface="+mj-ea"/>
              <a:cs typeface="Roboto Condensed"/>
              <a:sym typeface="Roboto Condensed"/>
            </a:endParaRPr>
          </a:p>
        </p:txBody>
      </p:sp>
      <p:sp>
        <p:nvSpPr>
          <p:cNvPr id="379" name="Google Shape;379;p20"/>
          <p:cNvSpPr txBox="1"/>
          <p:nvPr/>
        </p:nvSpPr>
        <p:spPr>
          <a:xfrm>
            <a:off x="6679513" y="3116888"/>
            <a:ext cx="46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b="1">
                <a:solidFill>
                  <a:schemeClr val="accent6"/>
                </a:solidFill>
                <a:latin typeface="+mj-ea"/>
                <a:ea typeface="+mj-ea"/>
                <a:cs typeface="Roboto Condensed"/>
                <a:sym typeface="Roboto Condensed"/>
              </a:rPr>
              <a:t>2</a:t>
            </a:r>
            <a:endParaRPr b="1">
              <a:solidFill>
                <a:schemeClr val="accent6"/>
              </a:solidFill>
              <a:latin typeface="+mj-ea"/>
              <a:ea typeface="+mj-ea"/>
              <a:cs typeface="Roboto Condensed"/>
              <a:sym typeface="Roboto Condensed"/>
            </a:endParaRPr>
          </a:p>
        </p:txBody>
      </p:sp>
      <p:sp>
        <p:nvSpPr>
          <p:cNvPr id="380" name="Google Shape;380;p20"/>
          <p:cNvSpPr txBox="1"/>
          <p:nvPr/>
        </p:nvSpPr>
        <p:spPr>
          <a:xfrm flipH="1">
            <a:off x="6977561" y="3496713"/>
            <a:ext cx="675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1000">
                <a:solidFill>
                  <a:schemeClr val="dk1"/>
                </a:solidFill>
                <a:latin typeface="+mj-ea"/>
                <a:ea typeface="+mj-ea"/>
                <a:cs typeface="Roboto Condensed"/>
                <a:sym typeface="Roboto Condensed"/>
              </a:rPr>
              <a:t>firewall</a:t>
            </a:r>
            <a:endParaRPr sz="1000">
              <a:solidFill>
                <a:schemeClr val="dk1"/>
              </a:solidFill>
              <a:latin typeface="+mj-ea"/>
              <a:ea typeface="+mj-ea"/>
              <a:cs typeface="Roboto Condensed"/>
              <a:sym typeface="Roboto Condensed"/>
            </a:endParaRPr>
          </a:p>
        </p:txBody>
      </p:sp>
      <p:sp>
        <p:nvSpPr>
          <p:cNvPr id="381" name="Google Shape;381;p20"/>
          <p:cNvSpPr txBox="1"/>
          <p:nvPr/>
        </p:nvSpPr>
        <p:spPr>
          <a:xfrm flipH="1">
            <a:off x="5943000" y="3521803"/>
            <a:ext cx="943800" cy="48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ko" sz="1000">
                <a:solidFill>
                  <a:schemeClr val="dk1"/>
                </a:solidFill>
                <a:latin typeface="+mj-ea"/>
                <a:ea typeface="+mj-ea"/>
                <a:cs typeface="Roboto Condensed"/>
                <a:sym typeface="Roboto Condensed"/>
              </a:rPr>
              <a:t>Backbone</a:t>
            </a:r>
            <a:endParaRPr sz="1000">
              <a:solidFill>
                <a:schemeClr val="dk1"/>
              </a:solidFill>
              <a:latin typeface="+mj-ea"/>
              <a:ea typeface="+mj-ea"/>
              <a:cs typeface="Roboto Condensed"/>
              <a:sym typeface="Roboto Condensed"/>
            </a:endParaRPr>
          </a:p>
          <a:p>
            <a:pPr marL="0" lvl="0" indent="0" algn="ctr" rtl="0">
              <a:spcBef>
                <a:spcPts val="0"/>
              </a:spcBef>
              <a:spcAft>
                <a:spcPts val="0"/>
              </a:spcAft>
              <a:buNone/>
            </a:pPr>
            <a:r>
              <a:rPr lang="ko" sz="1000">
                <a:solidFill>
                  <a:schemeClr val="dk1"/>
                </a:solidFill>
                <a:latin typeface="+mj-ea"/>
                <a:ea typeface="+mj-ea"/>
                <a:cs typeface="Roboto Condensed"/>
                <a:sym typeface="Roboto Condensed"/>
              </a:rPr>
              <a:t>switch</a:t>
            </a:r>
            <a:endParaRPr sz="1000">
              <a:solidFill>
                <a:schemeClr val="dk1"/>
              </a:solidFill>
              <a:latin typeface="+mj-ea"/>
              <a:ea typeface="+mj-ea"/>
              <a:cs typeface="Roboto Condensed"/>
              <a:sym typeface="Roboto Condensed"/>
            </a:endParaRPr>
          </a:p>
        </p:txBody>
      </p:sp>
      <p:cxnSp>
        <p:nvCxnSpPr>
          <p:cNvPr id="382" name="Google Shape;382;p20"/>
          <p:cNvCxnSpPr/>
          <p:nvPr/>
        </p:nvCxnSpPr>
        <p:spPr>
          <a:xfrm flipH="1">
            <a:off x="5761250" y="3440463"/>
            <a:ext cx="651600" cy="1200"/>
          </a:xfrm>
          <a:prstGeom prst="straightConnector1">
            <a:avLst/>
          </a:prstGeom>
          <a:noFill/>
          <a:ln w="19050" cap="flat" cmpd="sng">
            <a:solidFill>
              <a:schemeClr val="dk2"/>
            </a:solidFill>
            <a:prstDash val="solid"/>
            <a:round/>
            <a:headEnd type="none" w="med" len="med"/>
            <a:tailEnd type="none" w="med" len="med"/>
          </a:ln>
        </p:spPr>
      </p:cxnSp>
      <p:cxnSp>
        <p:nvCxnSpPr>
          <p:cNvPr id="383" name="Google Shape;383;p20"/>
          <p:cNvCxnSpPr/>
          <p:nvPr/>
        </p:nvCxnSpPr>
        <p:spPr>
          <a:xfrm flipH="1">
            <a:off x="7563475" y="3412013"/>
            <a:ext cx="435600" cy="1200"/>
          </a:xfrm>
          <a:prstGeom prst="straightConnector1">
            <a:avLst/>
          </a:prstGeom>
          <a:noFill/>
          <a:ln w="19050" cap="flat" cmpd="sng">
            <a:solidFill>
              <a:schemeClr val="dk2"/>
            </a:solidFill>
            <a:prstDash val="solid"/>
            <a:round/>
            <a:headEnd type="none" w="med" len="med"/>
            <a:tailEnd type="none" w="med" len="med"/>
          </a:ln>
        </p:spPr>
      </p:cxnSp>
      <p:pic>
        <p:nvPicPr>
          <p:cNvPr id="384" name="Google Shape;384;p20"/>
          <p:cNvPicPr preferRelativeResize="0"/>
          <p:nvPr/>
        </p:nvPicPr>
        <p:blipFill>
          <a:blip r:embed="rId7">
            <a:alphaModFix/>
          </a:blip>
          <a:stretch>
            <a:fillRect/>
          </a:stretch>
        </p:blipFill>
        <p:spPr>
          <a:xfrm>
            <a:off x="6164275" y="3066426"/>
            <a:ext cx="472475" cy="540000"/>
          </a:xfrm>
          <a:prstGeom prst="rect">
            <a:avLst/>
          </a:prstGeom>
          <a:noFill/>
          <a:ln>
            <a:noFill/>
          </a:ln>
        </p:spPr>
      </p:pic>
      <p:pic>
        <p:nvPicPr>
          <p:cNvPr id="385" name="Google Shape;385;p20"/>
          <p:cNvPicPr preferRelativeResize="0"/>
          <p:nvPr/>
        </p:nvPicPr>
        <p:blipFill>
          <a:blip r:embed="rId8">
            <a:alphaModFix/>
          </a:blip>
          <a:stretch>
            <a:fillRect/>
          </a:stretch>
        </p:blipFill>
        <p:spPr>
          <a:xfrm>
            <a:off x="7078962" y="3132500"/>
            <a:ext cx="472499" cy="472530"/>
          </a:xfrm>
          <a:prstGeom prst="rect">
            <a:avLst/>
          </a:prstGeom>
          <a:noFill/>
          <a:ln>
            <a:noFill/>
          </a:ln>
        </p:spPr>
      </p:pic>
      <p:sp>
        <p:nvSpPr>
          <p:cNvPr id="386" name="Google Shape;386;p20"/>
          <p:cNvSpPr txBox="1"/>
          <p:nvPr/>
        </p:nvSpPr>
        <p:spPr>
          <a:xfrm>
            <a:off x="7694475" y="3099988"/>
            <a:ext cx="46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b="1">
                <a:solidFill>
                  <a:schemeClr val="accent6"/>
                </a:solidFill>
                <a:latin typeface="+mj-ea"/>
                <a:ea typeface="+mj-ea"/>
                <a:cs typeface="Roboto Condensed"/>
                <a:sym typeface="Roboto Condensed"/>
              </a:rPr>
              <a:t>1</a:t>
            </a:r>
            <a:endParaRPr b="1">
              <a:solidFill>
                <a:schemeClr val="accent6"/>
              </a:solidFill>
              <a:latin typeface="+mj-ea"/>
              <a:ea typeface="+mj-ea"/>
              <a:cs typeface="Roboto Condensed"/>
              <a:sym typeface="Roboto Condensed"/>
            </a:endParaRPr>
          </a:p>
        </p:txBody>
      </p:sp>
      <p:sp>
        <p:nvSpPr>
          <p:cNvPr id="387" name="Google Shape;387;p20"/>
          <p:cNvSpPr txBox="1"/>
          <p:nvPr/>
        </p:nvSpPr>
        <p:spPr>
          <a:xfrm>
            <a:off x="5878063" y="3125433"/>
            <a:ext cx="468000" cy="39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ko" b="1">
                <a:solidFill>
                  <a:schemeClr val="accent6"/>
                </a:solidFill>
                <a:latin typeface="+mj-ea"/>
                <a:ea typeface="+mj-ea"/>
                <a:cs typeface="Roboto Condensed"/>
                <a:sym typeface="Roboto Condensed"/>
              </a:rPr>
              <a:t>3</a:t>
            </a:r>
            <a:endParaRPr b="1">
              <a:solidFill>
                <a:schemeClr val="accent6"/>
              </a:solidFill>
              <a:latin typeface="+mj-ea"/>
              <a:ea typeface="+mj-ea"/>
              <a:cs typeface="Roboto Condensed"/>
              <a:sym typeface="Roboto Condensed"/>
            </a:endParaRPr>
          </a:p>
        </p:txBody>
      </p:sp>
      <p:sp>
        <p:nvSpPr>
          <p:cNvPr id="388" name="Google Shape;388;p20"/>
          <p:cNvSpPr/>
          <p:nvPr/>
        </p:nvSpPr>
        <p:spPr>
          <a:xfrm rot="10800000">
            <a:off x="4280675" y="3856253"/>
            <a:ext cx="1263300" cy="951300"/>
          </a:xfrm>
          <a:prstGeom prst="roundRect">
            <a:avLst>
              <a:gd name="adj" fmla="val 16667"/>
            </a:avLst>
          </a:prstGeom>
          <a:noFill/>
          <a:ln w="19050" cap="flat" cmpd="sng">
            <a:solidFill>
              <a:srgbClr val="000000"/>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389" name="Google Shape;389;p20"/>
          <p:cNvSpPr/>
          <p:nvPr/>
        </p:nvSpPr>
        <p:spPr>
          <a:xfrm flipH="1">
            <a:off x="4282169" y="3772870"/>
            <a:ext cx="1260300" cy="1671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200" b="1">
                <a:solidFill>
                  <a:schemeClr val="dk1"/>
                </a:solidFill>
                <a:latin typeface="+mj-ea"/>
                <a:ea typeface="+mj-ea"/>
                <a:cs typeface="Roboto Condensed"/>
                <a:sym typeface="Roboto Condensed"/>
              </a:rPr>
              <a:t>SERVER POOL</a:t>
            </a:r>
            <a:endParaRPr sz="1200" b="1" i="0" u="none" strike="noStrike" cap="none">
              <a:solidFill>
                <a:schemeClr val="dk1"/>
              </a:solidFill>
              <a:latin typeface="+mj-ea"/>
              <a:ea typeface="+mj-ea"/>
              <a:cs typeface="Roboto Condensed"/>
              <a:sym typeface="Roboto Condensed"/>
            </a:endParaRPr>
          </a:p>
        </p:txBody>
      </p:sp>
      <p:grpSp>
        <p:nvGrpSpPr>
          <p:cNvPr id="390" name="Google Shape;390;p20"/>
          <p:cNvGrpSpPr/>
          <p:nvPr/>
        </p:nvGrpSpPr>
        <p:grpSpPr>
          <a:xfrm>
            <a:off x="4414358" y="4074044"/>
            <a:ext cx="497988" cy="598086"/>
            <a:chOff x="4277291" y="2485900"/>
            <a:chExt cx="540000" cy="614809"/>
          </a:xfrm>
        </p:grpSpPr>
        <p:pic>
          <p:nvPicPr>
            <p:cNvPr id="391" name="Google Shape;391;p20"/>
            <p:cNvPicPr preferRelativeResize="0"/>
            <p:nvPr/>
          </p:nvPicPr>
          <p:blipFill>
            <a:blip r:embed="rId9">
              <a:alphaModFix/>
            </a:blip>
            <a:stretch>
              <a:fillRect/>
            </a:stretch>
          </p:blipFill>
          <p:spPr>
            <a:xfrm>
              <a:off x="4277291" y="2485900"/>
              <a:ext cx="540000" cy="540000"/>
            </a:xfrm>
            <a:prstGeom prst="rect">
              <a:avLst/>
            </a:prstGeom>
            <a:noFill/>
            <a:ln>
              <a:noFill/>
            </a:ln>
          </p:spPr>
        </p:pic>
        <p:sp>
          <p:nvSpPr>
            <p:cNvPr id="392" name="Google Shape;392;p20"/>
            <p:cNvSpPr txBox="1"/>
            <p:nvPr/>
          </p:nvSpPr>
          <p:spPr>
            <a:xfrm>
              <a:off x="4277291" y="2829509"/>
              <a:ext cx="540000" cy="271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NFS</a:t>
              </a:r>
              <a:endParaRPr sz="800" b="1">
                <a:solidFill>
                  <a:srgbClr val="263248"/>
                </a:solidFill>
                <a:latin typeface="+mj-ea"/>
                <a:ea typeface="+mj-ea"/>
                <a:cs typeface="Roboto Condensed"/>
                <a:sym typeface="Roboto Condensed"/>
              </a:endParaRPr>
            </a:p>
          </p:txBody>
        </p:sp>
      </p:grpSp>
      <p:grpSp>
        <p:nvGrpSpPr>
          <p:cNvPr id="393" name="Google Shape;393;p20"/>
          <p:cNvGrpSpPr/>
          <p:nvPr/>
        </p:nvGrpSpPr>
        <p:grpSpPr>
          <a:xfrm>
            <a:off x="1951238" y="1967200"/>
            <a:ext cx="1800021" cy="400200"/>
            <a:chOff x="1951238" y="1967200"/>
            <a:chExt cx="1800021" cy="400200"/>
          </a:xfrm>
        </p:grpSpPr>
        <p:sp>
          <p:nvSpPr>
            <p:cNvPr id="394" name="Google Shape;394;p20"/>
            <p:cNvSpPr/>
            <p:nvPr/>
          </p:nvSpPr>
          <p:spPr>
            <a:xfrm flipH="1">
              <a:off x="1951259" y="1967200"/>
              <a:ext cx="1800000" cy="400200"/>
            </a:xfrm>
            <a:prstGeom prst="leftArrow">
              <a:avLst>
                <a:gd name="adj1" fmla="val 50000"/>
                <a:gd name="adj2" fmla="val 50000"/>
              </a:avLst>
            </a:prstGeom>
            <a:solidFill>
              <a:srgbClr val="F6B26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a:latin typeface="+mj-ea"/>
                  <a:ea typeface="+mj-ea"/>
                  <a:cs typeface="Roboto Condensed"/>
                  <a:sym typeface="Roboto Condensed"/>
                </a:rPr>
                <a:t>IP 요청</a:t>
              </a:r>
              <a:endParaRPr sz="1200">
                <a:latin typeface="+mj-ea"/>
                <a:ea typeface="+mj-ea"/>
                <a:cs typeface="Roboto Condensed"/>
                <a:sym typeface="Roboto Condensed"/>
              </a:endParaRPr>
            </a:p>
          </p:txBody>
        </p:sp>
        <p:sp>
          <p:nvSpPr>
            <p:cNvPr id="395" name="Google Shape;395;p20"/>
            <p:cNvSpPr txBox="1"/>
            <p:nvPr/>
          </p:nvSpPr>
          <p:spPr>
            <a:xfrm flipH="1">
              <a:off x="1951238" y="1967200"/>
              <a:ext cx="46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b="1">
                  <a:solidFill>
                    <a:schemeClr val="accent6"/>
                  </a:solidFill>
                  <a:latin typeface="+mj-ea"/>
                  <a:ea typeface="+mj-ea"/>
                  <a:cs typeface="Roboto Condensed"/>
                  <a:sym typeface="Roboto Condensed"/>
                </a:rPr>
                <a:t>4</a:t>
              </a:r>
              <a:endParaRPr b="1">
                <a:solidFill>
                  <a:schemeClr val="accent6"/>
                </a:solidFill>
                <a:latin typeface="+mj-ea"/>
                <a:ea typeface="+mj-ea"/>
                <a:cs typeface="Roboto Condensed"/>
                <a:sym typeface="Roboto Condensed"/>
              </a:endParaRPr>
            </a:p>
          </p:txBody>
        </p:sp>
      </p:grpSp>
      <p:sp>
        <p:nvSpPr>
          <p:cNvPr id="396" name="Google Shape;396;p20"/>
          <p:cNvSpPr/>
          <p:nvPr/>
        </p:nvSpPr>
        <p:spPr>
          <a:xfrm flipH="1">
            <a:off x="4370600" y="1649037"/>
            <a:ext cx="1094700" cy="2658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200" b="1">
                <a:solidFill>
                  <a:schemeClr val="dk1"/>
                </a:solidFill>
                <a:latin typeface="+mj-ea"/>
                <a:ea typeface="+mj-ea"/>
                <a:cs typeface="Roboto Condensed"/>
                <a:sym typeface="Roboto Condensed"/>
              </a:rPr>
              <a:t>관리자</a:t>
            </a:r>
            <a:endParaRPr sz="1200" b="1" i="0" u="none" strike="noStrike" cap="none">
              <a:solidFill>
                <a:schemeClr val="dk1"/>
              </a:solidFill>
              <a:latin typeface="+mj-ea"/>
              <a:ea typeface="+mj-ea"/>
              <a:cs typeface="Roboto Condensed"/>
              <a:sym typeface="Roboto Condensed"/>
            </a:endParaRPr>
          </a:p>
        </p:txBody>
      </p:sp>
      <p:sp>
        <p:nvSpPr>
          <p:cNvPr id="397" name="Google Shape;397;p20"/>
          <p:cNvSpPr/>
          <p:nvPr/>
        </p:nvSpPr>
        <p:spPr>
          <a:xfrm flipH="1">
            <a:off x="1886950" y="3883074"/>
            <a:ext cx="1994700" cy="1062000"/>
          </a:xfrm>
          <a:prstGeom prst="roundRect">
            <a:avLst>
              <a:gd name="adj" fmla="val 16667"/>
            </a:avLst>
          </a:prstGeom>
          <a:solidFill>
            <a:schemeClr val="l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1200"/>
              </a:spcBef>
              <a:spcAft>
                <a:spcPts val="0"/>
              </a:spcAft>
              <a:buNone/>
            </a:pPr>
            <a:endParaRPr sz="900" dirty="0">
              <a:solidFill>
                <a:schemeClr val="dk1"/>
              </a:solidFill>
              <a:latin typeface="+mj-ea"/>
              <a:ea typeface="+mj-ea"/>
              <a:cs typeface="Roboto Condensed"/>
              <a:sym typeface="Roboto Condensed"/>
            </a:endParaRPr>
          </a:p>
          <a:p>
            <a:pPr marL="0" lvl="0" indent="0" algn="just" rtl="0">
              <a:spcBef>
                <a:spcPts val="1200"/>
              </a:spcBef>
              <a:spcAft>
                <a:spcPts val="0"/>
              </a:spcAft>
              <a:buNone/>
            </a:pPr>
            <a:r>
              <a:rPr lang="ko" sz="800" dirty="0">
                <a:latin typeface="+mj-ea"/>
                <a:ea typeface="+mj-ea"/>
                <a:cs typeface="Roboto Condensed"/>
                <a:sym typeface="Roboto Condensed"/>
              </a:rPr>
              <a:t>1. 배포할 IP주소</a:t>
            </a:r>
            <a:endParaRPr sz="800" dirty="0">
              <a:latin typeface="+mj-ea"/>
              <a:ea typeface="+mj-ea"/>
              <a:cs typeface="Roboto Condensed"/>
              <a:sym typeface="Roboto Condensed"/>
            </a:endParaRPr>
          </a:p>
          <a:p>
            <a:pPr marL="0" lvl="0" indent="0" algn="just" rtl="0">
              <a:spcBef>
                <a:spcPts val="1200"/>
              </a:spcBef>
              <a:spcAft>
                <a:spcPts val="0"/>
              </a:spcAft>
              <a:buClr>
                <a:schemeClr val="dk1"/>
              </a:buClr>
              <a:buSzPts val="1100"/>
              <a:buFont typeface="Arial"/>
              <a:buNone/>
            </a:pPr>
            <a:r>
              <a:rPr lang="ko" sz="800" dirty="0">
                <a:latin typeface="+mj-ea"/>
                <a:ea typeface="+mj-ea"/>
                <a:cs typeface="Roboto Condensed"/>
                <a:sym typeface="Roboto Condensed"/>
              </a:rPr>
              <a:t>2. 배포해서는 안 되는 IP 주소의 범위</a:t>
            </a:r>
            <a:endParaRPr sz="800" dirty="0">
              <a:latin typeface="+mj-ea"/>
              <a:ea typeface="+mj-ea"/>
              <a:cs typeface="Roboto Condensed"/>
              <a:sym typeface="Roboto Condensed"/>
            </a:endParaRPr>
          </a:p>
          <a:p>
            <a:pPr marL="0" lvl="0" indent="0" algn="just" rtl="0">
              <a:spcBef>
                <a:spcPts val="1200"/>
              </a:spcBef>
              <a:spcAft>
                <a:spcPts val="0"/>
              </a:spcAft>
              <a:buClr>
                <a:schemeClr val="dk1"/>
              </a:buClr>
              <a:buSzPts val="1100"/>
              <a:buFont typeface="Arial"/>
              <a:buNone/>
            </a:pPr>
            <a:r>
              <a:rPr lang="ko" sz="800" dirty="0">
                <a:latin typeface="+mj-ea"/>
                <a:ea typeface="+mj-ea"/>
                <a:cs typeface="Roboto Condensed"/>
                <a:sym typeface="Roboto Condensed"/>
              </a:rPr>
              <a:t>3.  배포할 IP주소의 유효기간</a:t>
            </a:r>
            <a:endParaRPr sz="800" dirty="0">
              <a:latin typeface="+mj-ea"/>
              <a:ea typeface="+mj-ea"/>
              <a:cs typeface="Roboto Condensed"/>
              <a:sym typeface="Roboto Condensed"/>
            </a:endParaRPr>
          </a:p>
          <a:p>
            <a:pPr marL="0" lvl="0" indent="0" algn="just" rtl="0">
              <a:spcBef>
                <a:spcPts val="1200"/>
              </a:spcBef>
              <a:spcAft>
                <a:spcPts val="0"/>
              </a:spcAft>
              <a:buClr>
                <a:schemeClr val="dk1"/>
              </a:buClr>
              <a:buSzPts val="1100"/>
              <a:buFont typeface="Arial"/>
              <a:buNone/>
            </a:pPr>
            <a:r>
              <a:rPr lang="ko" sz="800" dirty="0">
                <a:latin typeface="+mj-ea"/>
                <a:ea typeface="+mj-ea"/>
                <a:cs typeface="Roboto Condensed"/>
                <a:sym typeface="Roboto Condensed"/>
              </a:rPr>
              <a:t>4.  기본 게이트 웨이 IP 주소</a:t>
            </a:r>
            <a:endParaRPr sz="1100" dirty="0">
              <a:latin typeface="+mj-ea"/>
              <a:ea typeface="+mj-ea"/>
              <a:cs typeface="Roboto Condensed"/>
              <a:sym typeface="Roboto Condensed"/>
            </a:endParaRPr>
          </a:p>
          <a:p>
            <a:pPr marL="0" lvl="0" indent="0" algn="l" rtl="0">
              <a:spcBef>
                <a:spcPts val="1200"/>
              </a:spcBef>
              <a:spcAft>
                <a:spcPts val="0"/>
              </a:spcAft>
              <a:buNone/>
            </a:pPr>
            <a:endParaRPr dirty="0">
              <a:latin typeface="+mj-ea"/>
              <a:ea typeface="+mj-ea"/>
              <a:cs typeface="Roboto Condensed"/>
              <a:sym typeface="Roboto Condensed"/>
            </a:endParaRPr>
          </a:p>
        </p:txBody>
      </p:sp>
      <p:sp>
        <p:nvSpPr>
          <p:cNvPr id="398" name="Google Shape;398;p20"/>
          <p:cNvSpPr/>
          <p:nvPr/>
        </p:nvSpPr>
        <p:spPr>
          <a:xfrm>
            <a:off x="1942251" y="3298297"/>
            <a:ext cx="1818000" cy="399600"/>
          </a:xfrm>
          <a:prstGeom prst="leftArrow">
            <a:avLst>
              <a:gd name="adj1" fmla="val 50000"/>
              <a:gd name="adj2" fmla="val 50000"/>
            </a:avLst>
          </a:prstGeom>
          <a:solidFill>
            <a:schemeClr val="l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a:latin typeface="+mj-ea"/>
                <a:ea typeface="+mj-ea"/>
                <a:cs typeface="Roboto Condensed"/>
                <a:sym typeface="Roboto Condensed"/>
              </a:rPr>
              <a:t>IP  배포</a:t>
            </a:r>
            <a:endParaRPr sz="1200">
              <a:latin typeface="+mj-ea"/>
              <a:ea typeface="+mj-ea"/>
              <a:cs typeface="Roboto Condensed"/>
              <a:sym typeface="Roboto Condensed"/>
            </a:endParaRPr>
          </a:p>
        </p:txBody>
      </p:sp>
      <p:cxnSp>
        <p:nvCxnSpPr>
          <p:cNvPr id="399" name="Google Shape;399;p20"/>
          <p:cNvCxnSpPr/>
          <p:nvPr/>
        </p:nvCxnSpPr>
        <p:spPr>
          <a:xfrm rot="10800000">
            <a:off x="2850948" y="3664283"/>
            <a:ext cx="600" cy="183600"/>
          </a:xfrm>
          <a:prstGeom prst="straightConnector1">
            <a:avLst/>
          </a:prstGeom>
          <a:noFill/>
          <a:ln w="19050" cap="flat" cmpd="sng">
            <a:solidFill>
              <a:schemeClr val="dk2"/>
            </a:solidFill>
            <a:prstDash val="solid"/>
            <a:round/>
            <a:headEnd type="triangle" w="med" len="med"/>
            <a:tailEnd type="none" w="med" len="med"/>
          </a:ln>
        </p:spPr>
      </p:cxnSp>
      <p:sp>
        <p:nvSpPr>
          <p:cNvPr id="400" name="Google Shape;400;p20"/>
          <p:cNvSpPr txBox="1"/>
          <p:nvPr/>
        </p:nvSpPr>
        <p:spPr>
          <a:xfrm>
            <a:off x="3503413" y="3301018"/>
            <a:ext cx="384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b="1">
                <a:solidFill>
                  <a:schemeClr val="accent6"/>
                </a:solidFill>
                <a:latin typeface="+mj-ea"/>
                <a:ea typeface="+mj-ea"/>
                <a:cs typeface="Roboto Condensed"/>
                <a:sym typeface="Roboto Condensed"/>
              </a:rPr>
              <a:t>5</a:t>
            </a:r>
            <a:endParaRPr b="1">
              <a:solidFill>
                <a:schemeClr val="accent6"/>
              </a:solidFill>
              <a:latin typeface="+mj-ea"/>
              <a:ea typeface="+mj-ea"/>
              <a:cs typeface="Roboto Condensed"/>
              <a:sym typeface="Roboto Condensed"/>
            </a:endParaRPr>
          </a:p>
        </p:txBody>
      </p:sp>
      <p:cxnSp>
        <p:nvCxnSpPr>
          <p:cNvPr id="401" name="Google Shape;401;p20"/>
          <p:cNvCxnSpPr/>
          <p:nvPr/>
        </p:nvCxnSpPr>
        <p:spPr>
          <a:xfrm rot="5400000" flipH="1">
            <a:off x="7776300" y="2727150"/>
            <a:ext cx="1062000" cy="3600"/>
          </a:xfrm>
          <a:prstGeom prst="straightConnector1">
            <a:avLst/>
          </a:prstGeom>
          <a:noFill/>
          <a:ln w="19050" cap="flat" cmpd="sng">
            <a:solidFill>
              <a:schemeClr val="dk2"/>
            </a:solidFill>
            <a:prstDash val="solid"/>
            <a:round/>
            <a:headEnd type="none" w="med" len="med"/>
            <a:tailEnd type="none" w="med" len="med"/>
          </a:ln>
        </p:spPr>
      </p:cxnSp>
      <p:sp>
        <p:nvSpPr>
          <p:cNvPr id="402" name="Google Shape;402;p20"/>
          <p:cNvSpPr txBox="1"/>
          <p:nvPr/>
        </p:nvSpPr>
        <p:spPr>
          <a:xfrm>
            <a:off x="2207228" y="2957720"/>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S/W</a:t>
            </a:r>
            <a:endParaRPr sz="800" b="1">
              <a:solidFill>
                <a:srgbClr val="263248"/>
              </a:solidFill>
              <a:latin typeface="+mj-ea"/>
              <a:ea typeface="+mj-ea"/>
              <a:cs typeface="Roboto Condensed"/>
              <a:sym typeface="Roboto Condensed"/>
            </a:endParaRPr>
          </a:p>
        </p:txBody>
      </p:sp>
      <p:sp>
        <p:nvSpPr>
          <p:cNvPr id="403" name="Google Shape;403;p20"/>
          <p:cNvSpPr txBox="1"/>
          <p:nvPr/>
        </p:nvSpPr>
        <p:spPr>
          <a:xfrm flipH="1">
            <a:off x="2806384" y="2938149"/>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Core S/W</a:t>
            </a:r>
            <a:endParaRPr sz="800" b="1">
              <a:solidFill>
                <a:srgbClr val="263248"/>
              </a:solidFill>
              <a:latin typeface="+mj-ea"/>
              <a:ea typeface="+mj-ea"/>
              <a:cs typeface="Roboto Condensed"/>
              <a:sym typeface="Roboto Condensed"/>
            </a:endParaRPr>
          </a:p>
        </p:txBody>
      </p:sp>
      <p:pic>
        <p:nvPicPr>
          <p:cNvPr id="404" name="Google Shape;404;p20"/>
          <p:cNvPicPr preferRelativeResize="0"/>
          <p:nvPr/>
        </p:nvPicPr>
        <p:blipFill>
          <a:blip r:embed="rId10">
            <a:alphaModFix/>
          </a:blip>
          <a:stretch>
            <a:fillRect/>
          </a:stretch>
        </p:blipFill>
        <p:spPr>
          <a:xfrm rot="-5400000" flipH="1">
            <a:off x="3002521" y="2724145"/>
            <a:ext cx="304937" cy="304937"/>
          </a:xfrm>
          <a:prstGeom prst="rect">
            <a:avLst/>
          </a:prstGeom>
          <a:noFill/>
          <a:ln>
            <a:noFill/>
          </a:ln>
        </p:spPr>
      </p:pic>
      <p:sp>
        <p:nvSpPr>
          <p:cNvPr id="405" name="Google Shape;405;p20"/>
          <p:cNvSpPr/>
          <p:nvPr/>
        </p:nvSpPr>
        <p:spPr>
          <a:xfrm>
            <a:off x="7849875" y="2649900"/>
            <a:ext cx="943800" cy="3009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200" b="1">
                <a:solidFill>
                  <a:schemeClr val="dk1"/>
                </a:solidFill>
                <a:latin typeface="+mj-ea"/>
                <a:ea typeface="+mj-ea"/>
                <a:cs typeface="Roboto Condensed"/>
                <a:sym typeface="Roboto Condensed"/>
              </a:rPr>
              <a:t>ISP</a:t>
            </a:r>
            <a:endParaRPr sz="1200" b="1" i="0" u="none" strike="noStrike" cap="none">
              <a:solidFill>
                <a:schemeClr val="dk1"/>
              </a:solidFill>
              <a:latin typeface="+mj-ea"/>
              <a:ea typeface="+mj-ea"/>
              <a:cs typeface="Roboto Condensed"/>
              <a:sym typeface="Roboto Condensed"/>
            </a:endParaRPr>
          </a:p>
        </p:txBody>
      </p:sp>
      <p:sp>
        <p:nvSpPr>
          <p:cNvPr id="406" name="Google Shape;406;p20"/>
          <p:cNvSpPr txBox="1"/>
          <p:nvPr/>
        </p:nvSpPr>
        <p:spPr>
          <a:xfrm>
            <a:off x="7990292" y="1931212"/>
            <a:ext cx="663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900" b="1">
                <a:solidFill>
                  <a:srgbClr val="434343"/>
                </a:solidFill>
                <a:latin typeface="+mj-ea"/>
                <a:ea typeface="+mj-ea"/>
                <a:cs typeface="Roboto Condensed"/>
                <a:sym typeface="Roboto Condensed"/>
              </a:rPr>
              <a:t>internet</a:t>
            </a:r>
            <a:endParaRPr sz="600" b="1">
              <a:solidFill>
                <a:srgbClr val="434343"/>
              </a:solidFill>
              <a:latin typeface="+mj-ea"/>
              <a:ea typeface="+mj-ea"/>
              <a:cs typeface="Roboto Condensed"/>
              <a:sym typeface="Roboto Condensed"/>
            </a:endParaRPr>
          </a:p>
        </p:txBody>
      </p:sp>
      <p:cxnSp>
        <p:nvCxnSpPr>
          <p:cNvPr id="407" name="Google Shape;407;p20"/>
          <p:cNvCxnSpPr>
            <a:endCxn id="404" idx="2"/>
          </p:cNvCxnSpPr>
          <p:nvPr/>
        </p:nvCxnSpPr>
        <p:spPr>
          <a:xfrm rot="10800000">
            <a:off x="3307458" y="2876614"/>
            <a:ext cx="972000" cy="6000"/>
          </a:xfrm>
          <a:prstGeom prst="straightConnector1">
            <a:avLst/>
          </a:prstGeom>
          <a:noFill/>
          <a:ln w="19050" cap="flat" cmpd="sng">
            <a:solidFill>
              <a:schemeClr val="dk2"/>
            </a:solidFill>
            <a:prstDash val="solid"/>
            <a:round/>
            <a:headEnd type="none" w="med" len="med"/>
            <a:tailEnd type="none" w="med" len="med"/>
          </a:ln>
        </p:spPr>
      </p:cxnSp>
      <p:pic>
        <p:nvPicPr>
          <p:cNvPr id="353" name="Google Shape;353;p20"/>
          <p:cNvPicPr preferRelativeResize="0"/>
          <p:nvPr/>
        </p:nvPicPr>
        <p:blipFill>
          <a:blip r:embed="rId10">
            <a:alphaModFix/>
          </a:blip>
          <a:stretch>
            <a:fillRect/>
          </a:stretch>
        </p:blipFill>
        <p:spPr>
          <a:xfrm rot="-5400000" flipH="1">
            <a:off x="2403371" y="2724145"/>
            <a:ext cx="304937" cy="304937"/>
          </a:xfrm>
          <a:prstGeom prst="rect">
            <a:avLst/>
          </a:prstGeom>
          <a:noFill/>
          <a:ln>
            <a:noFill/>
          </a:ln>
        </p:spPr>
      </p:pic>
      <p:grpSp>
        <p:nvGrpSpPr>
          <p:cNvPr id="408" name="Google Shape;408;p20"/>
          <p:cNvGrpSpPr/>
          <p:nvPr/>
        </p:nvGrpSpPr>
        <p:grpSpPr>
          <a:xfrm>
            <a:off x="4912333" y="4146764"/>
            <a:ext cx="497971" cy="525345"/>
            <a:chOff x="4849957" y="2557387"/>
            <a:chExt cx="539981" cy="540034"/>
          </a:xfrm>
        </p:grpSpPr>
        <p:pic>
          <p:nvPicPr>
            <p:cNvPr id="409" name="Google Shape;409;p20"/>
            <p:cNvPicPr preferRelativeResize="0"/>
            <p:nvPr/>
          </p:nvPicPr>
          <p:blipFill>
            <a:blip r:embed="rId11">
              <a:alphaModFix/>
            </a:blip>
            <a:stretch>
              <a:fillRect/>
            </a:stretch>
          </p:blipFill>
          <p:spPr>
            <a:xfrm>
              <a:off x="4926400" y="2557387"/>
              <a:ext cx="387095" cy="321971"/>
            </a:xfrm>
            <a:prstGeom prst="rect">
              <a:avLst/>
            </a:prstGeom>
            <a:noFill/>
            <a:ln>
              <a:noFill/>
            </a:ln>
          </p:spPr>
        </p:pic>
        <p:sp>
          <p:nvSpPr>
            <p:cNvPr id="410" name="Google Shape;410;p20"/>
            <p:cNvSpPr txBox="1"/>
            <p:nvPr/>
          </p:nvSpPr>
          <p:spPr>
            <a:xfrm>
              <a:off x="4849957" y="2826084"/>
              <a:ext cx="539981" cy="271337"/>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ko" sz="800" b="1">
                  <a:solidFill>
                    <a:srgbClr val="263248"/>
                  </a:solidFill>
                  <a:latin typeface="+mj-ea"/>
                  <a:ea typeface="+mj-ea"/>
                  <a:cs typeface="Roboto Condensed"/>
                  <a:sym typeface="Roboto Condensed"/>
                </a:rPr>
                <a:t>DNS</a:t>
              </a:r>
              <a:endParaRPr sz="800" b="1">
                <a:solidFill>
                  <a:srgbClr val="263248"/>
                </a:solidFill>
                <a:latin typeface="+mj-ea"/>
                <a:ea typeface="+mj-ea"/>
                <a:cs typeface="Roboto Condensed"/>
                <a:sym typeface="Roboto Condensed"/>
              </a:endParaRPr>
            </a:p>
          </p:txBody>
        </p:sp>
      </p:grpSp>
      <p:cxnSp>
        <p:nvCxnSpPr>
          <p:cNvPr id="411" name="Google Shape;411;p20"/>
          <p:cNvCxnSpPr>
            <a:stCxn id="404" idx="0"/>
            <a:endCxn id="353" idx="2"/>
          </p:cNvCxnSpPr>
          <p:nvPr/>
        </p:nvCxnSpPr>
        <p:spPr>
          <a:xfrm rot="10800000">
            <a:off x="2708221" y="2876614"/>
            <a:ext cx="294300" cy="0"/>
          </a:xfrm>
          <a:prstGeom prst="straightConnector1">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1"/>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a:latin typeface="+mj-ea"/>
                <a:ea typeface="+mj-ea"/>
              </a:rPr>
              <a:t>캐시 전용 DNS 장점</a:t>
            </a:r>
            <a:endParaRPr>
              <a:latin typeface="+mj-ea"/>
              <a:ea typeface="+mj-ea"/>
            </a:endParaRPr>
          </a:p>
        </p:txBody>
      </p:sp>
      <p:sp>
        <p:nvSpPr>
          <p:cNvPr id="417" name="Google Shape;417;p21"/>
          <p:cNvSpPr/>
          <p:nvPr/>
        </p:nvSpPr>
        <p:spPr>
          <a:xfrm>
            <a:off x="824991" y="1909396"/>
            <a:ext cx="1619700" cy="1619700"/>
          </a:xfrm>
          <a:prstGeom prst="ellips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418" name="Google Shape;418;p21"/>
          <p:cNvSpPr/>
          <p:nvPr/>
        </p:nvSpPr>
        <p:spPr>
          <a:xfrm>
            <a:off x="3744745" y="1909408"/>
            <a:ext cx="1619700" cy="1619700"/>
          </a:xfrm>
          <a:prstGeom prst="ellips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latin typeface="+mj-ea"/>
              <a:ea typeface="+mj-ea"/>
            </a:endParaRPr>
          </a:p>
        </p:txBody>
      </p:sp>
      <p:sp>
        <p:nvSpPr>
          <p:cNvPr id="419" name="Google Shape;419;p21"/>
          <p:cNvSpPr txBox="1"/>
          <p:nvPr/>
        </p:nvSpPr>
        <p:spPr>
          <a:xfrm>
            <a:off x="-19350" y="3444250"/>
            <a:ext cx="3308400" cy="11628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2400">
                <a:solidFill>
                  <a:srgbClr val="263248"/>
                </a:solidFill>
                <a:latin typeface="+mj-ea"/>
                <a:ea typeface="+mj-ea"/>
                <a:cs typeface="Roboto Condensed"/>
                <a:sym typeface="Roboto Condensed"/>
              </a:rPr>
              <a:t>빠른 응답</a:t>
            </a:r>
            <a:endParaRPr sz="2400">
              <a:solidFill>
                <a:srgbClr val="263248"/>
              </a:solidFill>
              <a:latin typeface="+mj-ea"/>
              <a:ea typeface="+mj-ea"/>
              <a:cs typeface="Roboto Condensed"/>
              <a:sym typeface="Roboto Condensed"/>
            </a:endParaRPr>
          </a:p>
        </p:txBody>
      </p:sp>
      <p:sp>
        <p:nvSpPr>
          <p:cNvPr id="420" name="Google Shape;420;p21"/>
          <p:cNvSpPr txBox="1"/>
          <p:nvPr/>
        </p:nvSpPr>
        <p:spPr>
          <a:xfrm>
            <a:off x="3200150" y="3444700"/>
            <a:ext cx="2768100" cy="11619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2400">
                <a:solidFill>
                  <a:srgbClr val="263248"/>
                </a:solidFill>
                <a:latin typeface="+mj-ea"/>
                <a:ea typeface="+mj-ea"/>
                <a:cs typeface="Roboto Condensed"/>
                <a:sym typeface="Roboto Condensed"/>
              </a:rPr>
              <a:t>빠른 구성</a:t>
            </a:r>
            <a:endParaRPr sz="2400">
              <a:solidFill>
                <a:srgbClr val="263248"/>
              </a:solidFill>
              <a:latin typeface="+mj-ea"/>
              <a:ea typeface="+mj-ea"/>
              <a:cs typeface="Roboto Condensed"/>
              <a:sym typeface="Roboto Condensed"/>
            </a:endParaRPr>
          </a:p>
        </p:txBody>
      </p:sp>
      <p:sp>
        <p:nvSpPr>
          <p:cNvPr id="421" name="Google Shape;421;p21"/>
          <p:cNvSpPr txBox="1"/>
          <p:nvPr/>
        </p:nvSpPr>
        <p:spPr>
          <a:xfrm>
            <a:off x="6149500" y="3444700"/>
            <a:ext cx="2768100" cy="11619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2400">
                <a:solidFill>
                  <a:srgbClr val="263248"/>
                </a:solidFill>
                <a:latin typeface="+mj-ea"/>
                <a:ea typeface="+mj-ea"/>
                <a:cs typeface="Roboto Condensed"/>
                <a:sym typeface="Roboto Condensed"/>
              </a:rPr>
              <a:t>관리 용이</a:t>
            </a:r>
            <a:endParaRPr sz="2400">
              <a:solidFill>
                <a:srgbClr val="263248"/>
              </a:solidFill>
              <a:latin typeface="+mj-ea"/>
              <a:ea typeface="+mj-ea"/>
              <a:cs typeface="Roboto Condensed"/>
              <a:sym typeface="Roboto Condensed"/>
            </a:endParaRPr>
          </a:p>
        </p:txBody>
      </p:sp>
      <p:sp>
        <p:nvSpPr>
          <p:cNvPr id="422" name="Google Shape;422;p21"/>
          <p:cNvSpPr/>
          <p:nvPr/>
        </p:nvSpPr>
        <p:spPr>
          <a:xfrm>
            <a:off x="6746966" y="1869021"/>
            <a:ext cx="1619700" cy="16197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pic>
        <p:nvPicPr>
          <p:cNvPr id="423" name="Google Shape;423;p21"/>
          <p:cNvPicPr preferRelativeResize="0"/>
          <p:nvPr/>
        </p:nvPicPr>
        <p:blipFill>
          <a:blip r:embed="rId3">
            <a:alphaModFix/>
          </a:blip>
          <a:stretch>
            <a:fillRect/>
          </a:stretch>
        </p:blipFill>
        <p:spPr>
          <a:xfrm>
            <a:off x="953575" y="2145799"/>
            <a:ext cx="1242374" cy="1242374"/>
          </a:xfrm>
          <a:prstGeom prst="rect">
            <a:avLst/>
          </a:prstGeom>
          <a:noFill/>
          <a:ln>
            <a:noFill/>
          </a:ln>
        </p:spPr>
      </p:pic>
      <p:pic>
        <p:nvPicPr>
          <p:cNvPr id="424" name="Google Shape;424;p21"/>
          <p:cNvPicPr preferRelativeResize="0"/>
          <p:nvPr/>
        </p:nvPicPr>
        <p:blipFill>
          <a:blip r:embed="rId4">
            <a:alphaModFix/>
          </a:blip>
          <a:stretch>
            <a:fillRect/>
          </a:stretch>
        </p:blipFill>
        <p:spPr>
          <a:xfrm>
            <a:off x="3885687" y="2050338"/>
            <a:ext cx="1337825" cy="1337825"/>
          </a:xfrm>
          <a:prstGeom prst="rect">
            <a:avLst/>
          </a:prstGeom>
          <a:noFill/>
          <a:ln>
            <a:noFill/>
          </a:ln>
        </p:spPr>
      </p:pic>
      <p:pic>
        <p:nvPicPr>
          <p:cNvPr id="425" name="Google Shape;425;p21"/>
          <p:cNvPicPr preferRelativeResize="0"/>
          <p:nvPr/>
        </p:nvPicPr>
        <p:blipFill>
          <a:blip r:embed="rId5">
            <a:alphaModFix/>
          </a:blip>
          <a:stretch>
            <a:fillRect/>
          </a:stretch>
        </p:blipFill>
        <p:spPr>
          <a:xfrm>
            <a:off x="7023750" y="2145800"/>
            <a:ext cx="1066143" cy="106614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22"/>
          <p:cNvSpPr txBox="1">
            <a:spLocks noGrp="1"/>
          </p:cNvSpPr>
          <p:nvPr>
            <p:ph type="body" idx="1"/>
          </p:nvPr>
        </p:nvSpPr>
        <p:spPr>
          <a:xfrm>
            <a:off x="814275" y="1766588"/>
            <a:ext cx="3378300" cy="2724300"/>
          </a:xfrm>
          <a:prstGeom prst="rect">
            <a:avLst/>
          </a:prstGeom>
        </p:spPr>
        <p:txBody>
          <a:bodyPr spcFirstLastPara="1" wrap="square" lIns="91425" tIns="91425" rIns="91425" bIns="91425" anchor="t" anchorCtr="0">
            <a:noAutofit/>
          </a:bodyPr>
          <a:lstStyle/>
          <a:p>
            <a:pPr marL="0" lvl="0" indent="0" algn="l" rtl="0">
              <a:lnSpc>
                <a:spcPct val="115000"/>
              </a:lnSpc>
              <a:spcBef>
                <a:spcPts val="2800"/>
              </a:spcBef>
              <a:spcAft>
                <a:spcPts val="0"/>
              </a:spcAft>
              <a:buNone/>
            </a:pPr>
            <a:r>
              <a:rPr lang="ko" sz="1500">
                <a:solidFill>
                  <a:srgbClr val="000000"/>
                </a:solidFill>
                <a:latin typeface="+mj-ea"/>
                <a:ea typeface="+mj-ea"/>
              </a:rPr>
              <a:t>도메인에 대한 요청이 들어오면 외부 서버에서 IP주소를 받아온다</a:t>
            </a:r>
            <a:endParaRPr sz="1500">
              <a:solidFill>
                <a:srgbClr val="000000"/>
              </a:solidFill>
              <a:latin typeface="+mj-ea"/>
              <a:ea typeface="+mj-ea"/>
            </a:endParaRPr>
          </a:p>
          <a:p>
            <a:pPr marL="0" lvl="0" indent="0" algn="l" rtl="0">
              <a:lnSpc>
                <a:spcPct val="115000"/>
              </a:lnSpc>
              <a:spcBef>
                <a:spcPts val="2800"/>
              </a:spcBef>
              <a:spcAft>
                <a:spcPts val="0"/>
              </a:spcAft>
              <a:buNone/>
            </a:pPr>
            <a:r>
              <a:rPr lang="ko" sz="1500">
                <a:solidFill>
                  <a:srgbClr val="000000"/>
                </a:solidFill>
                <a:latin typeface="+mj-ea"/>
                <a:ea typeface="+mj-ea"/>
              </a:rPr>
              <a:t>응답한 요청에 대해 저장하지 않기 때문에 매번 접속 때마다 다시 외부에서 IP주소를 받아온다</a:t>
            </a:r>
            <a:endParaRPr sz="1500">
              <a:solidFill>
                <a:srgbClr val="000000"/>
              </a:solidFill>
              <a:latin typeface="+mj-ea"/>
              <a:ea typeface="+mj-ea"/>
            </a:endParaRPr>
          </a:p>
          <a:p>
            <a:pPr marL="0" lvl="0" indent="0" algn="l" rtl="0">
              <a:lnSpc>
                <a:spcPct val="115000"/>
              </a:lnSpc>
              <a:spcBef>
                <a:spcPts val="2800"/>
              </a:spcBef>
              <a:spcAft>
                <a:spcPts val="2800"/>
              </a:spcAft>
              <a:buNone/>
            </a:pPr>
            <a:r>
              <a:rPr lang="ko" sz="1500" b="1">
                <a:solidFill>
                  <a:srgbClr val="000000"/>
                </a:solidFill>
                <a:latin typeface="+mj-ea"/>
                <a:ea typeface="+mj-ea"/>
                <a:cs typeface="Roboto Condensed"/>
                <a:sym typeface="Roboto Condensed"/>
              </a:rPr>
              <a:t>응답 시간이 느리다</a:t>
            </a:r>
            <a:endParaRPr sz="1500" b="1">
              <a:solidFill>
                <a:srgbClr val="000000"/>
              </a:solidFill>
              <a:latin typeface="+mj-ea"/>
              <a:ea typeface="+mj-ea"/>
              <a:cs typeface="Roboto Condensed"/>
              <a:sym typeface="Roboto Condensed"/>
            </a:endParaRPr>
          </a:p>
        </p:txBody>
      </p:sp>
      <p:sp>
        <p:nvSpPr>
          <p:cNvPr id="431" name="Google Shape;431;p22"/>
          <p:cNvSpPr/>
          <p:nvPr/>
        </p:nvSpPr>
        <p:spPr>
          <a:xfrm>
            <a:off x="7030857" y="3256961"/>
            <a:ext cx="642561" cy="102975"/>
          </a:xfrm>
          <a:prstGeom prst="roundRect">
            <a:avLst>
              <a:gd name="adj" fmla="val 16667"/>
            </a:avLst>
          </a:prstGeom>
          <a:solidFill>
            <a:srgbClr val="F9CB9C"/>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endParaRPr sz="1500" b="1" i="0" u="none" strike="noStrike" cap="none">
              <a:solidFill>
                <a:schemeClr val="dk1"/>
              </a:solidFill>
              <a:latin typeface="+mj-ea"/>
              <a:ea typeface="+mj-ea"/>
              <a:cs typeface="Malgun Gothic"/>
              <a:sym typeface="Malgun Gothic"/>
            </a:endParaRPr>
          </a:p>
        </p:txBody>
      </p:sp>
      <p:sp>
        <p:nvSpPr>
          <p:cNvPr id="432" name="Google Shape;432;p22"/>
          <p:cNvSpPr/>
          <p:nvPr/>
        </p:nvSpPr>
        <p:spPr>
          <a:xfrm>
            <a:off x="4497975" y="3520911"/>
            <a:ext cx="1214668" cy="92564"/>
          </a:xfrm>
          <a:prstGeom prst="roundRect">
            <a:avLst>
              <a:gd name="adj" fmla="val 16667"/>
            </a:avLst>
          </a:prstGeom>
          <a:solidFill>
            <a:srgbClr val="F9CB9C"/>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endParaRPr sz="1500" b="1" i="0" u="none" strike="noStrike" cap="none">
              <a:solidFill>
                <a:schemeClr val="dk1"/>
              </a:solidFill>
              <a:latin typeface="+mj-ea"/>
              <a:ea typeface="+mj-ea"/>
              <a:cs typeface="Malgun Gothic"/>
              <a:sym typeface="Malgun Gothic"/>
            </a:endParaRPr>
          </a:p>
        </p:txBody>
      </p:sp>
      <p:sp>
        <p:nvSpPr>
          <p:cNvPr id="433" name="Google Shape;433;p2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a:latin typeface="+mj-ea"/>
                <a:ea typeface="+mj-ea"/>
              </a:rPr>
              <a:t>캐시 전용 DNS</a:t>
            </a:r>
            <a:endParaRPr sz="2500">
              <a:latin typeface="+mj-ea"/>
              <a:ea typeface="+mj-ea"/>
            </a:endParaRPr>
          </a:p>
        </p:txBody>
      </p:sp>
      <p:sp>
        <p:nvSpPr>
          <p:cNvPr id="434" name="Google Shape;434;p22"/>
          <p:cNvSpPr/>
          <p:nvPr/>
        </p:nvSpPr>
        <p:spPr>
          <a:xfrm>
            <a:off x="923125" y="1660600"/>
            <a:ext cx="1574700" cy="300600"/>
          </a:xfrm>
          <a:prstGeom prst="roundRect">
            <a:avLst>
              <a:gd name="adj" fmla="val 16667"/>
            </a:avLst>
          </a:prstGeom>
          <a:solidFill>
            <a:srgbClr val="F6B26B"/>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500" b="1">
                <a:solidFill>
                  <a:schemeClr val="dk1"/>
                </a:solidFill>
                <a:latin typeface="+mj-ea"/>
                <a:ea typeface="+mj-ea"/>
                <a:cs typeface="Roboto Condensed"/>
                <a:sym typeface="Roboto Condensed"/>
              </a:rPr>
              <a:t>일반 DNS</a:t>
            </a:r>
            <a:endParaRPr sz="1500" b="1" i="0" u="none" strike="noStrike" cap="none">
              <a:solidFill>
                <a:schemeClr val="dk1"/>
              </a:solidFill>
              <a:latin typeface="+mj-ea"/>
              <a:ea typeface="+mj-ea"/>
              <a:cs typeface="Roboto Condensed"/>
              <a:sym typeface="Roboto Condensed"/>
            </a:endParaRPr>
          </a:p>
        </p:txBody>
      </p:sp>
      <p:sp>
        <p:nvSpPr>
          <p:cNvPr id="435" name="Google Shape;435;p22"/>
          <p:cNvSpPr/>
          <p:nvPr/>
        </p:nvSpPr>
        <p:spPr>
          <a:xfrm>
            <a:off x="4497975" y="1660600"/>
            <a:ext cx="1574700" cy="300600"/>
          </a:xfrm>
          <a:prstGeom prst="roundRect">
            <a:avLst>
              <a:gd name="adj" fmla="val 16667"/>
            </a:avLst>
          </a:prstGeom>
          <a:solidFill>
            <a:srgbClr val="F6B26B"/>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500" b="1">
                <a:solidFill>
                  <a:schemeClr val="dk1"/>
                </a:solidFill>
                <a:latin typeface="+mj-ea"/>
                <a:ea typeface="+mj-ea"/>
                <a:cs typeface="Roboto Condensed"/>
                <a:sym typeface="Roboto Condensed"/>
              </a:rPr>
              <a:t>캐시 전용 DNS</a:t>
            </a:r>
            <a:endParaRPr sz="1500" b="1" i="0" u="none" strike="noStrike" cap="none">
              <a:solidFill>
                <a:schemeClr val="dk1"/>
              </a:solidFill>
              <a:latin typeface="+mj-ea"/>
              <a:ea typeface="+mj-ea"/>
              <a:cs typeface="Roboto Condensed"/>
              <a:sym typeface="Roboto Condensed"/>
            </a:endParaRPr>
          </a:p>
        </p:txBody>
      </p:sp>
      <p:sp>
        <p:nvSpPr>
          <p:cNvPr id="436" name="Google Shape;436;p22"/>
          <p:cNvSpPr txBox="1">
            <a:spLocks noGrp="1"/>
          </p:cNvSpPr>
          <p:nvPr>
            <p:ph type="body" idx="2"/>
          </p:nvPr>
        </p:nvSpPr>
        <p:spPr>
          <a:xfrm>
            <a:off x="4396123" y="1766588"/>
            <a:ext cx="3378300" cy="2724300"/>
          </a:xfrm>
          <a:prstGeom prst="rect">
            <a:avLst/>
          </a:prstGeom>
        </p:spPr>
        <p:txBody>
          <a:bodyPr spcFirstLastPara="1" wrap="square" lIns="91425" tIns="91425" rIns="91425" bIns="91425" anchor="t" anchorCtr="0">
            <a:noAutofit/>
          </a:bodyPr>
          <a:lstStyle/>
          <a:p>
            <a:pPr marL="0" lvl="0" indent="0" algn="l" rtl="0">
              <a:lnSpc>
                <a:spcPct val="115000"/>
              </a:lnSpc>
              <a:spcBef>
                <a:spcPts val="2800"/>
              </a:spcBef>
              <a:spcAft>
                <a:spcPts val="0"/>
              </a:spcAft>
              <a:buNone/>
            </a:pPr>
            <a:r>
              <a:rPr lang="ko" sz="1500" dirty="0">
                <a:solidFill>
                  <a:srgbClr val="000000"/>
                </a:solidFill>
                <a:latin typeface="+mj-ea"/>
                <a:ea typeface="+mj-ea"/>
              </a:rPr>
              <a:t>도메인에 대한 최초 요청이 들어오면 외부 서버에서 IP주소를 받아온다</a:t>
            </a:r>
            <a:endParaRPr sz="1500" dirty="0">
              <a:solidFill>
                <a:srgbClr val="000000"/>
              </a:solidFill>
              <a:latin typeface="+mj-ea"/>
              <a:ea typeface="+mj-ea"/>
            </a:endParaRPr>
          </a:p>
          <a:p>
            <a:pPr marL="0" lvl="0" indent="0" algn="l" rtl="0">
              <a:lnSpc>
                <a:spcPct val="115000"/>
              </a:lnSpc>
              <a:spcBef>
                <a:spcPts val="2800"/>
              </a:spcBef>
              <a:spcAft>
                <a:spcPts val="0"/>
              </a:spcAft>
              <a:buNone/>
            </a:pPr>
            <a:r>
              <a:rPr lang="ko" sz="1500" dirty="0">
                <a:solidFill>
                  <a:srgbClr val="000000"/>
                </a:solidFill>
                <a:latin typeface="+mj-ea"/>
                <a:ea typeface="+mj-ea"/>
              </a:rPr>
              <a:t>이후 중복된 요청에 대해서는 캐시 서버에 남겨두어 외부 서버로 재요청하지 않아도 된다</a:t>
            </a:r>
            <a:endParaRPr sz="1500" dirty="0">
              <a:solidFill>
                <a:srgbClr val="000000"/>
              </a:solidFill>
              <a:latin typeface="+mj-ea"/>
              <a:ea typeface="+mj-ea"/>
            </a:endParaRPr>
          </a:p>
          <a:p>
            <a:pPr marL="0" lvl="0" indent="0" algn="l" rtl="0">
              <a:lnSpc>
                <a:spcPct val="115000"/>
              </a:lnSpc>
              <a:spcBef>
                <a:spcPts val="2800"/>
              </a:spcBef>
              <a:spcAft>
                <a:spcPts val="2800"/>
              </a:spcAft>
              <a:buNone/>
            </a:pPr>
            <a:r>
              <a:rPr lang="ko" sz="1500" b="1" dirty="0">
                <a:solidFill>
                  <a:srgbClr val="000000"/>
                </a:solidFill>
                <a:latin typeface="+mj-ea"/>
                <a:ea typeface="+mj-ea"/>
                <a:cs typeface="Roboto Condensed"/>
                <a:sym typeface="Roboto Condensed"/>
              </a:rPr>
              <a:t>응답 시간이 빠르고 구성이 쉽다</a:t>
            </a:r>
            <a:endParaRPr sz="1500" b="1" dirty="0">
              <a:solidFill>
                <a:srgbClr val="000000"/>
              </a:solidFill>
              <a:latin typeface="+mj-ea"/>
              <a:ea typeface="+mj-ea"/>
              <a:cs typeface="Roboto Condensed"/>
              <a:sym typeface="Roboto Condense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23"/>
          <p:cNvSpPr/>
          <p:nvPr/>
        </p:nvSpPr>
        <p:spPr>
          <a:xfrm>
            <a:off x="918675" y="1653425"/>
            <a:ext cx="5531700" cy="2764500"/>
          </a:xfrm>
          <a:prstGeom prst="roundRect">
            <a:avLst>
              <a:gd name="adj" fmla="val 16667"/>
            </a:avLst>
          </a:prstGeom>
          <a:noFill/>
          <a:ln w="19050" cap="flat" cmpd="sng">
            <a:solidFill>
              <a:srgbClr val="4D6DAD"/>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442" name="Google Shape;442;p23"/>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a:latin typeface="+mj-ea"/>
                <a:ea typeface="+mj-ea"/>
              </a:rPr>
              <a:t>인프라 구성도</a:t>
            </a:r>
            <a:endParaRPr sz="2500">
              <a:latin typeface="+mj-ea"/>
              <a:ea typeface="+mj-ea"/>
            </a:endParaRPr>
          </a:p>
        </p:txBody>
      </p:sp>
      <p:pic>
        <p:nvPicPr>
          <p:cNvPr id="443" name="Google Shape;443;p23"/>
          <p:cNvPicPr preferRelativeResize="0"/>
          <p:nvPr/>
        </p:nvPicPr>
        <p:blipFill>
          <a:blip r:embed="rId3">
            <a:alphaModFix/>
          </a:blip>
          <a:stretch>
            <a:fillRect/>
          </a:stretch>
        </p:blipFill>
        <p:spPr>
          <a:xfrm>
            <a:off x="1263299" y="1943973"/>
            <a:ext cx="435204" cy="435201"/>
          </a:xfrm>
          <a:prstGeom prst="rect">
            <a:avLst/>
          </a:prstGeom>
          <a:noFill/>
          <a:ln>
            <a:noFill/>
          </a:ln>
        </p:spPr>
      </p:pic>
      <p:sp>
        <p:nvSpPr>
          <p:cNvPr id="444" name="Google Shape;444;p23"/>
          <p:cNvSpPr txBox="1"/>
          <p:nvPr/>
        </p:nvSpPr>
        <p:spPr>
          <a:xfrm>
            <a:off x="1125101" y="2409700"/>
            <a:ext cx="7116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1200">
                <a:solidFill>
                  <a:schemeClr val="dk1"/>
                </a:solidFill>
                <a:latin typeface="+mj-ea"/>
                <a:ea typeface="+mj-ea"/>
                <a:cs typeface="Roboto Condensed"/>
                <a:sym typeface="Roboto Condensed"/>
              </a:rPr>
              <a:t>Client</a:t>
            </a:r>
            <a:endParaRPr sz="1200">
              <a:solidFill>
                <a:schemeClr val="dk1"/>
              </a:solidFill>
              <a:latin typeface="+mj-ea"/>
              <a:ea typeface="+mj-ea"/>
              <a:cs typeface="Roboto Condensed"/>
              <a:sym typeface="Roboto Condensed"/>
            </a:endParaRPr>
          </a:p>
        </p:txBody>
      </p:sp>
      <p:pic>
        <p:nvPicPr>
          <p:cNvPr id="445" name="Google Shape;445;p23"/>
          <p:cNvPicPr preferRelativeResize="0"/>
          <p:nvPr/>
        </p:nvPicPr>
        <p:blipFill>
          <a:blip r:embed="rId3">
            <a:alphaModFix/>
          </a:blip>
          <a:stretch>
            <a:fillRect/>
          </a:stretch>
        </p:blipFill>
        <p:spPr>
          <a:xfrm>
            <a:off x="1263299" y="2795048"/>
            <a:ext cx="435204" cy="435201"/>
          </a:xfrm>
          <a:prstGeom prst="rect">
            <a:avLst/>
          </a:prstGeom>
          <a:noFill/>
          <a:ln>
            <a:noFill/>
          </a:ln>
        </p:spPr>
      </p:pic>
      <p:sp>
        <p:nvSpPr>
          <p:cNvPr id="446" name="Google Shape;446;p23"/>
          <p:cNvSpPr txBox="1"/>
          <p:nvPr/>
        </p:nvSpPr>
        <p:spPr>
          <a:xfrm>
            <a:off x="1125101" y="3260775"/>
            <a:ext cx="7116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1200">
                <a:solidFill>
                  <a:schemeClr val="dk1"/>
                </a:solidFill>
                <a:latin typeface="+mj-ea"/>
                <a:ea typeface="+mj-ea"/>
                <a:cs typeface="Roboto Condensed"/>
                <a:sym typeface="Roboto Condensed"/>
              </a:rPr>
              <a:t>Client</a:t>
            </a:r>
            <a:endParaRPr sz="1200">
              <a:solidFill>
                <a:schemeClr val="dk1"/>
              </a:solidFill>
              <a:latin typeface="+mj-ea"/>
              <a:ea typeface="+mj-ea"/>
              <a:cs typeface="Roboto Condensed"/>
              <a:sym typeface="Roboto Condensed"/>
            </a:endParaRPr>
          </a:p>
        </p:txBody>
      </p:sp>
      <p:pic>
        <p:nvPicPr>
          <p:cNvPr id="447" name="Google Shape;447;p23"/>
          <p:cNvPicPr preferRelativeResize="0"/>
          <p:nvPr/>
        </p:nvPicPr>
        <p:blipFill>
          <a:blip r:embed="rId3">
            <a:alphaModFix/>
          </a:blip>
          <a:stretch>
            <a:fillRect/>
          </a:stretch>
        </p:blipFill>
        <p:spPr>
          <a:xfrm>
            <a:off x="1263299" y="3646122"/>
            <a:ext cx="435204" cy="435201"/>
          </a:xfrm>
          <a:prstGeom prst="rect">
            <a:avLst/>
          </a:prstGeom>
          <a:noFill/>
          <a:ln>
            <a:noFill/>
          </a:ln>
        </p:spPr>
      </p:pic>
      <p:sp>
        <p:nvSpPr>
          <p:cNvPr id="448" name="Google Shape;448;p23"/>
          <p:cNvSpPr txBox="1"/>
          <p:nvPr/>
        </p:nvSpPr>
        <p:spPr>
          <a:xfrm>
            <a:off x="1125101" y="4111850"/>
            <a:ext cx="7116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1200">
                <a:solidFill>
                  <a:schemeClr val="dk1"/>
                </a:solidFill>
                <a:latin typeface="+mj-ea"/>
                <a:ea typeface="+mj-ea"/>
                <a:cs typeface="Roboto Condensed"/>
                <a:sym typeface="Roboto Condensed"/>
              </a:rPr>
              <a:t>Client</a:t>
            </a:r>
            <a:endParaRPr sz="1200">
              <a:solidFill>
                <a:schemeClr val="dk1"/>
              </a:solidFill>
              <a:latin typeface="+mj-ea"/>
              <a:ea typeface="+mj-ea"/>
              <a:cs typeface="Roboto Condensed"/>
              <a:sym typeface="Roboto Condensed"/>
            </a:endParaRPr>
          </a:p>
        </p:txBody>
      </p:sp>
      <p:grpSp>
        <p:nvGrpSpPr>
          <p:cNvPr id="449" name="Google Shape;449;p23"/>
          <p:cNvGrpSpPr/>
          <p:nvPr/>
        </p:nvGrpSpPr>
        <p:grpSpPr>
          <a:xfrm>
            <a:off x="3141092" y="2751926"/>
            <a:ext cx="926316" cy="521025"/>
            <a:chOff x="3161875" y="2592100"/>
            <a:chExt cx="1083791" cy="609600"/>
          </a:xfrm>
        </p:grpSpPr>
        <p:pic>
          <p:nvPicPr>
            <p:cNvPr id="450" name="Google Shape;450;p23"/>
            <p:cNvPicPr preferRelativeResize="0"/>
            <p:nvPr/>
          </p:nvPicPr>
          <p:blipFill>
            <a:blip r:embed="rId4">
              <a:alphaModFix/>
            </a:blip>
            <a:stretch>
              <a:fillRect/>
            </a:stretch>
          </p:blipFill>
          <p:spPr>
            <a:xfrm>
              <a:off x="3161875" y="2592100"/>
              <a:ext cx="609600" cy="609600"/>
            </a:xfrm>
            <a:prstGeom prst="rect">
              <a:avLst/>
            </a:prstGeom>
            <a:noFill/>
            <a:ln>
              <a:noFill/>
            </a:ln>
          </p:spPr>
        </p:pic>
        <p:pic>
          <p:nvPicPr>
            <p:cNvPr id="451" name="Google Shape;451;p23"/>
            <p:cNvPicPr preferRelativeResize="0"/>
            <p:nvPr/>
          </p:nvPicPr>
          <p:blipFill>
            <a:blip r:embed="rId4">
              <a:alphaModFix/>
            </a:blip>
            <a:stretch>
              <a:fillRect/>
            </a:stretch>
          </p:blipFill>
          <p:spPr>
            <a:xfrm>
              <a:off x="3636066" y="2592100"/>
              <a:ext cx="609600" cy="609600"/>
            </a:xfrm>
            <a:prstGeom prst="rect">
              <a:avLst/>
            </a:prstGeom>
            <a:noFill/>
            <a:ln>
              <a:noFill/>
            </a:ln>
          </p:spPr>
        </p:pic>
      </p:grpSp>
      <p:sp>
        <p:nvSpPr>
          <p:cNvPr id="452" name="Google Shape;452;p23"/>
          <p:cNvSpPr txBox="1"/>
          <p:nvPr/>
        </p:nvSpPr>
        <p:spPr>
          <a:xfrm>
            <a:off x="2868500" y="3354650"/>
            <a:ext cx="14715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1200">
                <a:solidFill>
                  <a:schemeClr val="dk1"/>
                </a:solidFill>
                <a:latin typeface="+mj-ea"/>
                <a:ea typeface="+mj-ea"/>
                <a:cs typeface="Roboto Condensed"/>
                <a:sym typeface="Roboto Condensed"/>
              </a:rPr>
              <a:t>DNS cache server</a:t>
            </a:r>
            <a:endParaRPr sz="1200">
              <a:solidFill>
                <a:schemeClr val="dk1"/>
              </a:solidFill>
              <a:latin typeface="+mj-ea"/>
              <a:ea typeface="+mj-ea"/>
              <a:cs typeface="Roboto Condensed"/>
              <a:sym typeface="Roboto Condensed"/>
            </a:endParaRPr>
          </a:p>
          <a:p>
            <a:pPr marL="0" lvl="0" indent="0" algn="ctr" rtl="0">
              <a:spcBef>
                <a:spcPts val="0"/>
              </a:spcBef>
              <a:spcAft>
                <a:spcPts val="0"/>
              </a:spcAft>
              <a:buNone/>
            </a:pPr>
            <a:r>
              <a:rPr lang="ko" sz="1200">
                <a:solidFill>
                  <a:schemeClr val="dk1"/>
                </a:solidFill>
                <a:latin typeface="+mj-ea"/>
                <a:ea typeface="+mj-ea"/>
                <a:cs typeface="Roboto Condensed"/>
                <a:sym typeface="Roboto Condensed"/>
              </a:rPr>
              <a:t>(unbound)</a:t>
            </a:r>
            <a:endParaRPr sz="1200">
              <a:solidFill>
                <a:schemeClr val="dk1"/>
              </a:solidFill>
              <a:latin typeface="+mj-ea"/>
              <a:ea typeface="+mj-ea"/>
              <a:cs typeface="Roboto Condensed"/>
              <a:sym typeface="Roboto Condensed"/>
            </a:endParaRPr>
          </a:p>
        </p:txBody>
      </p:sp>
      <p:pic>
        <p:nvPicPr>
          <p:cNvPr id="453" name="Google Shape;453;p23"/>
          <p:cNvPicPr preferRelativeResize="0"/>
          <p:nvPr/>
        </p:nvPicPr>
        <p:blipFill>
          <a:blip r:embed="rId5">
            <a:alphaModFix/>
          </a:blip>
          <a:stretch>
            <a:fillRect/>
          </a:stretch>
        </p:blipFill>
        <p:spPr>
          <a:xfrm>
            <a:off x="5493250" y="2786844"/>
            <a:ext cx="439100" cy="439100"/>
          </a:xfrm>
          <a:prstGeom prst="rect">
            <a:avLst/>
          </a:prstGeom>
          <a:noFill/>
          <a:ln>
            <a:noFill/>
          </a:ln>
        </p:spPr>
      </p:pic>
      <p:sp>
        <p:nvSpPr>
          <p:cNvPr id="454" name="Google Shape;454;p23"/>
          <p:cNvSpPr txBox="1"/>
          <p:nvPr/>
        </p:nvSpPr>
        <p:spPr>
          <a:xfrm>
            <a:off x="5057175" y="3354650"/>
            <a:ext cx="1393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1200">
                <a:solidFill>
                  <a:schemeClr val="dk1"/>
                </a:solidFill>
                <a:latin typeface="+mj-ea"/>
                <a:ea typeface="+mj-ea"/>
                <a:cs typeface="Roboto Condensed"/>
                <a:sym typeface="Roboto Condensed"/>
              </a:rPr>
              <a:t>DNS main server</a:t>
            </a:r>
            <a:endParaRPr sz="1200">
              <a:solidFill>
                <a:schemeClr val="dk1"/>
              </a:solidFill>
              <a:latin typeface="+mj-ea"/>
              <a:ea typeface="+mj-ea"/>
              <a:cs typeface="Roboto Condensed"/>
              <a:sym typeface="Roboto Condensed"/>
            </a:endParaRPr>
          </a:p>
        </p:txBody>
      </p:sp>
      <p:pic>
        <p:nvPicPr>
          <p:cNvPr id="455" name="Google Shape;455;p23"/>
          <p:cNvPicPr preferRelativeResize="0"/>
          <p:nvPr/>
        </p:nvPicPr>
        <p:blipFill>
          <a:blip r:embed="rId5">
            <a:alphaModFix/>
          </a:blip>
          <a:stretch>
            <a:fillRect/>
          </a:stretch>
        </p:blipFill>
        <p:spPr>
          <a:xfrm>
            <a:off x="7463337" y="2786855"/>
            <a:ext cx="439077" cy="439077"/>
          </a:xfrm>
          <a:prstGeom prst="rect">
            <a:avLst/>
          </a:prstGeom>
          <a:noFill/>
          <a:ln>
            <a:noFill/>
          </a:ln>
        </p:spPr>
      </p:pic>
      <p:sp>
        <p:nvSpPr>
          <p:cNvPr id="456" name="Google Shape;456;p23"/>
          <p:cNvSpPr txBox="1"/>
          <p:nvPr/>
        </p:nvSpPr>
        <p:spPr>
          <a:xfrm>
            <a:off x="7048075" y="3349575"/>
            <a:ext cx="12696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1200">
                <a:solidFill>
                  <a:schemeClr val="dk1"/>
                </a:solidFill>
                <a:latin typeface="+mj-ea"/>
                <a:ea typeface="+mj-ea"/>
                <a:cs typeface="Roboto Condensed"/>
                <a:sym typeface="Roboto Condensed"/>
              </a:rPr>
              <a:t>ISP DNS server</a:t>
            </a:r>
            <a:endParaRPr sz="1200">
              <a:solidFill>
                <a:schemeClr val="dk1"/>
              </a:solidFill>
              <a:latin typeface="+mj-ea"/>
              <a:ea typeface="+mj-ea"/>
              <a:cs typeface="Roboto Condensed"/>
              <a:sym typeface="Roboto Condensed"/>
            </a:endParaRPr>
          </a:p>
        </p:txBody>
      </p:sp>
      <p:cxnSp>
        <p:nvCxnSpPr>
          <p:cNvPr id="457" name="Google Shape;457;p23"/>
          <p:cNvCxnSpPr/>
          <p:nvPr/>
        </p:nvCxnSpPr>
        <p:spPr>
          <a:xfrm>
            <a:off x="1851488" y="3060025"/>
            <a:ext cx="1097700" cy="0"/>
          </a:xfrm>
          <a:prstGeom prst="straightConnector1">
            <a:avLst/>
          </a:prstGeom>
          <a:noFill/>
          <a:ln w="19050" cap="flat" cmpd="sng">
            <a:solidFill>
              <a:schemeClr val="dk2"/>
            </a:solidFill>
            <a:prstDash val="solid"/>
            <a:round/>
            <a:headEnd type="none" w="med" len="med"/>
            <a:tailEnd type="triangle" w="med" len="med"/>
          </a:ln>
        </p:spPr>
      </p:cxnSp>
      <p:cxnSp>
        <p:nvCxnSpPr>
          <p:cNvPr id="458" name="Google Shape;458;p23"/>
          <p:cNvCxnSpPr/>
          <p:nvPr/>
        </p:nvCxnSpPr>
        <p:spPr>
          <a:xfrm>
            <a:off x="1832025" y="2179900"/>
            <a:ext cx="1117200" cy="748500"/>
          </a:xfrm>
          <a:prstGeom prst="straightConnector1">
            <a:avLst/>
          </a:prstGeom>
          <a:noFill/>
          <a:ln w="19050" cap="flat" cmpd="sng">
            <a:solidFill>
              <a:schemeClr val="dk2"/>
            </a:solidFill>
            <a:prstDash val="solid"/>
            <a:round/>
            <a:headEnd type="none" w="med" len="med"/>
            <a:tailEnd type="triangle" w="med" len="med"/>
          </a:ln>
        </p:spPr>
      </p:cxnSp>
      <p:cxnSp>
        <p:nvCxnSpPr>
          <p:cNvPr id="459" name="Google Shape;459;p23"/>
          <p:cNvCxnSpPr/>
          <p:nvPr/>
        </p:nvCxnSpPr>
        <p:spPr>
          <a:xfrm rot="10800000" flipH="1">
            <a:off x="1836750" y="3189825"/>
            <a:ext cx="1112400" cy="688800"/>
          </a:xfrm>
          <a:prstGeom prst="straightConnector1">
            <a:avLst/>
          </a:prstGeom>
          <a:noFill/>
          <a:ln w="19050" cap="flat" cmpd="sng">
            <a:solidFill>
              <a:schemeClr val="dk2"/>
            </a:solidFill>
            <a:prstDash val="solid"/>
            <a:round/>
            <a:headEnd type="none" w="med" len="med"/>
            <a:tailEnd type="triangle" w="med" len="med"/>
          </a:ln>
        </p:spPr>
      </p:cxnSp>
      <p:cxnSp>
        <p:nvCxnSpPr>
          <p:cNvPr id="460" name="Google Shape;460;p23"/>
          <p:cNvCxnSpPr/>
          <p:nvPr/>
        </p:nvCxnSpPr>
        <p:spPr>
          <a:xfrm>
            <a:off x="4231463" y="3025850"/>
            <a:ext cx="1097700" cy="0"/>
          </a:xfrm>
          <a:prstGeom prst="straightConnector1">
            <a:avLst/>
          </a:prstGeom>
          <a:noFill/>
          <a:ln w="19050" cap="flat" cmpd="sng">
            <a:solidFill>
              <a:schemeClr val="dk2"/>
            </a:solidFill>
            <a:prstDash val="solid"/>
            <a:round/>
            <a:headEnd type="none" w="med" len="med"/>
            <a:tailEnd type="triangle" w="med" len="med"/>
          </a:ln>
        </p:spPr>
      </p:cxnSp>
      <p:cxnSp>
        <p:nvCxnSpPr>
          <p:cNvPr id="461" name="Google Shape;461;p23"/>
          <p:cNvCxnSpPr/>
          <p:nvPr/>
        </p:nvCxnSpPr>
        <p:spPr>
          <a:xfrm>
            <a:off x="6178375" y="3025850"/>
            <a:ext cx="1097700" cy="0"/>
          </a:xfrm>
          <a:prstGeom prst="straightConnector1">
            <a:avLst/>
          </a:prstGeom>
          <a:noFill/>
          <a:ln w="19050" cap="flat" cmpd="sng">
            <a:solidFill>
              <a:schemeClr val="dk2"/>
            </a:solidFill>
            <a:prstDash val="solid"/>
            <a:round/>
            <a:headEnd type="none" w="med" len="med"/>
            <a:tailEnd type="triangle" w="med" len="med"/>
          </a:ln>
        </p:spPr>
      </p:cxnSp>
      <p:sp>
        <p:nvSpPr>
          <p:cNvPr id="462" name="Google Shape;462;p23"/>
          <p:cNvSpPr/>
          <p:nvPr/>
        </p:nvSpPr>
        <p:spPr>
          <a:xfrm>
            <a:off x="1037075" y="1510200"/>
            <a:ext cx="1574700" cy="300600"/>
          </a:xfrm>
          <a:prstGeom prst="roundRect">
            <a:avLst>
              <a:gd name="adj" fmla="val 16667"/>
            </a:avLst>
          </a:prstGeom>
          <a:solidFill>
            <a:srgbClr val="F6B26B"/>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500" b="1">
                <a:solidFill>
                  <a:schemeClr val="dk1"/>
                </a:solidFill>
                <a:latin typeface="+mj-ea"/>
                <a:ea typeface="+mj-ea"/>
                <a:cs typeface="Roboto Condensed"/>
                <a:sym typeface="Roboto Condensed"/>
              </a:rPr>
              <a:t>Company</a:t>
            </a:r>
            <a:endParaRPr sz="1500" b="1" i="0" u="none" strike="noStrike" cap="none">
              <a:solidFill>
                <a:schemeClr val="dk1"/>
              </a:solidFill>
              <a:latin typeface="+mj-ea"/>
              <a:ea typeface="+mj-ea"/>
              <a:cs typeface="Roboto Condensed"/>
              <a:sym typeface="Roboto Condense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4"/>
          <p:cNvSpPr/>
          <p:nvPr/>
        </p:nvSpPr>
        <p:spPr>
          <a:xfrm>
            <a:off x="4572000" y="1628125"/>
            <a:ext cx="3000000" cy="2174400"/>
          </a:xfrm>
          <a:prstGeom prst="roundRect">
            <a:avLst>
              <a:gd name="adj" fmla="val 16667"/>
            </a:avLst>
          </a:prstGeom>
          <a:noFill/>
          <a:ln w="19050" cap="flat" cmpd="sng">
            <a:solidFill>
              <a:srgbClr val="4D6DAD"/>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pic>
        <p:nvPicPr>
          <p:cNvPr id="468" name="Google Shape;468;p24"/>
          <p:cNvPicPr preferRelativeResize="0"/>
          <p:nvPr/>
        </p:nvPicPr>
        <p:blipFill>
          <a:blip r:embed="rId3">
            <a:alphaModFix/>
          </a:blip>
          <a:stretch>
            <a:fillRect/>
          </a:stretch>
        </p:blipFill>
        <p:spPr>
          <a:xfrm>
            <a:off x="6061075" y="2973654"/>
            <a:ext cx="427236" cy="413889"/>
          </a:xfrm>
          <a:prstGeom prst="rect">
            <a:avLst/>
          </a:prstGeom>
          <a:noFill/>
          <a:ln>
            <a:noFill/>
          </a:ln>
        </p:spPr>
      </p:pic>
      <p:pic>
        <p:nvPicPr>
          <p:cNvPr id="469" name="Google Shape;469;p24"/>
          <p:cNvPicPr preferRelativeResize="0"/>
          <p:nvPr/>
        </p:nvPicPr>
        <p:blipFill>
          <a:blip r:embed="rId4">
            <a:alphaModFix/>
          </a:blip>
          <a:stretch>
            <a:fillRect/>
          </a:stretch>
        </p:blipFill>
        <p:spPr>
          <a:xfrm>
            <a:off x="5610618" y="3008853"/>
            <a:ext cx="1527795" cy="629947"/>
          </a:xfrm>
          <a:prstGeom prst="rect">
            <a:avLst/>
          </a:prstGeom>
          <a:noFill/>
          <a:ln w="9525" cap="flat" cmpd="sng">
            <a:solidFill>
              <a:srgbClr val="B7B7B7"/>
            </a:solidFill>
            <a:prstDash val="solid"/>
            <a:round/>
            <a:headEnd type="none" w="sm" len="sm"/>
            <a:tailEnd type="none" w="sm" len="sm"/>
          </a:ln>
        </p:spPr>
      </p:pic>
      <p:sp>
        <p:nvSpPr>
          <p:cNvPr id="470" name="Google Shape;470;p24"/>
          <p:cNvSpPr txBox="1"/>
          <p:nvPr/>
        </p:nvSpPr>
        <p:spPr>
          <a:xfrm>
            <a:off x="4636067" y="3141330"/>
            <a:ext cx="831645" cy="32310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900" b="1">
                <a:solidFill>
                  <a:schemeClr val="dk1"/>
                </a:solidFill>
                <a:latin typeface="+mj-ea"/>
                <a:ea typeface="+mj-ea"/>
                <a:cs typeface="Roboto Condensed"/>
                <a:sym typeface="Roboto Condensed"/>
              </a:rPr>
              <a:t>File System</a:t>
            </a:r>
            <a:endParaRPr>
              <a:solidFill>
                <a:schemeClr val="dk1"/>
              </a:solidFill>
              <a:latin typeface="+mj-ea"/>
              <a:ea typeface="+mj-ea"/>
              <a:cs typeface="Roboto Condensed"/>
              <a:sym typeface="Roboto Condensed"/>
            </a:endParaRPr>
          </a:p>
        </p:txBody>
      </p:sp>
      <p:pic>
        <p:nvPicPr>
          <p:cNvPr id="471" name="Google Shape;471;p24"/>
          <p:cNvPicPr preferRelativeResize="0"/>
          <p:nvPr/>
        </p:nvPicPr>
        <p:blipFill>
          <a:blip r:embed="rId4">
            <a:alphaModFix/>
          </a:blip>
          <a:stretch>
            <a:fillRect/>
          </a:stretch>
        </p:blipFill>
        <p:spPr>
          <a:xfrm>
            <a:off x="5573167" y="1791861"/>
            <a:ext cx="1559922" cy="629947"/>
          </a:xfrm>
          <a:prstGeom prst="rect">
            <a:avLst/>
          </a:prstGeom>
          <a:noFill/>
          <a:ln w="9525" cap="flat" cmpd="sng">
            <a:solidFill>
              <a:srgbClr val="B7B7B7"/>
            </a:solidFill>
            <a:prstDash val="solid"/>
            <a:round/>
            <a:headEnd type="none" w="sm" len="sm"/>
            <a:tailEnd type="none" w="sm" len="sm"/>
          </a:ln>
        </p:spPr>
      </p:pic>
      <p:pic>
        <p:nvPicPr>
          <p:cNvPr id="472" name="Google Shape;472;p24"/>
          <p:cNvPicPr preferRelativeResize="0"/>
          <p:nvPr/>
        </p:nvPicPr>
        <p:blipFill>
          <a:blip r:embed="rId5">
            <a:alphaModFix/>
          </a:blip>
          <a:stretch>
            <a:fillRect/>
          </a:stretch>
        </p:blipFill>
        <p:spPr>
          <a:xfrm>
            <a:off x="5675804" y="1900496"/>
            <a:ext cx="431064" cy="412666"/>
          </a:xfrm>
          <a:prstGeom prst="rect">
            <a:avLst/>
          </a:prstGeom>
          <a:noFill/>
          <a:ln>
            <a:noFill/>
          </a:ln>
        </p:spPr>
      </p:pic>
      <p:pic>
        <p:nvPicPr>
          <p:cNvPr id="473" name="Google Shape;473;p24"/>
          <p:cNvPicPr preferRelativeResize="0"/>
          <p:nvPr/>
        </p:nvPicPr>
        <p:blipFill>
          <a:blip r:embed="rId5">
            <a:alphaModFix/>
          </a:blip>
          <a:stretch>
            <a:fillRect/>
          </a:stretch>
        </p:blipFill>
        <p:spPr>
          <a:xfrm>
            <a:off x="6349054" y="1900496"/>
            <a:ext cx="431064" cy="412666"/>
          </a:xfrm>
          <a:prstGeom prst="rect">
            <a:avLst/>
          </a:prstGeom>
          <a:noFill/>
          <a:ln>
            <a:noFill/>
          </a:ln>
        </p:spPr>
      </p:pic>
      <p:cxnSp>
        <p:nvCxnSpPr>
          <p:cNvPr id="474" name="Google Shape;474;p24"/>
          <p:cNvCxnSpPr/>
          <p:nvPr/>
        </p:nvCxnSpPr>
        <p:spPr>
          <a:xfrm>
            <a:off x="6269389" y="2493727"/>
            <a:ext cx="10602" cy="443210"/>
          </a:xfrm>
          <a:prstGeom prst="straightConnector1">
            <a:avLst/>
          </a:prstGeom>
          <a:noFill/>
          <a:ln w="19050" cap="flat" cmpd="sng">
            <a:solidFill>
              <a:schemeClr val="dk2"/>
            </a:solidFill>
            <a:prstDash val="solid"/>
            <a:round/>
            <a:headEnd type="none" w="med" len="med"/>
            <a:tailEnd type="triangle" w="med" len="med"/>
          </a:ln>
        </p:spPr>
      </p:cxnSp>
      <p:sp>
        <p:nvSpPr>
          <p:cNvPr id="475" name="Google Shape;475;p24"/>
          <p:cNvSpPr txBox="1"/>
          <p:nvPr/>
        </p:nvSpPr>
        <p:spPr>
          <a:xfrm>
            <a:off x="6320599" y="2530675"/>
            <a:ext cx="213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200" b="1">
                <a:solidFill>
                  <a:srgbClr val="262626"/>
                </a:solidFill>
                <a:latin typeface="+mj-ea"/>
                <a:ea typeface="+mj-ea"/>
              </a:rPr>
              <a:t>3</a:t>
            </a:r>
            <a:endParaRPr sz="1700">
              <a:latin typeface="+mj-ea"/>
              <a:ea typeface="+mj-ea"/>
            </a:endParaRPr>
          </a:p>
        </p:txBody>
      </p:sp>
      <p:sp>
        <p:nvSpPr>
          <p:cNvPr id="476" name="Google Shape;476;p24"/>
          <p:cNvSpPr txBox="1"/>
          <p:nvPr/>
        </p:nvSpPr>
        <p:spPr>
          <a:xfrm>
            <a:off x="6838726" y="1920191"/>
            <a:ext cx="213520" cy="36934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200" b="1">
                <a:solidFill>
                  <a:srgbClr val="262626"/>
                </a:solidFill>
                <a:latin typeface="+mj-ea"/>
                <a:ea typeface="+mj-ea"/>
              </a:rPr>
              <a:t>2</a:t>
            </a:r>
            <a:endParaRPr sz="1700">
              <a:latin typeface="+mj-ea"/>
              <a:ea typeface="+mj-ea"/>
            </a:endParaRPr>
          </a:p>
        </p:txBody>
      </p:sp>
      <p:cxnSp>
        <p:nvCxnSpPr>
          <p:cNvPr id="477" name="Google Shape;477;p24"/>
          <p:cNvCxnSpPr>
            <a:stCxn id="478" idx="3"/>
          </p:cNvCxnSpPr>
          <p:nvPr/>
        </p:nvCxnSpPr>
        <p:spPr>
          <a:xfrm rot="10800000" flipH="1">
            <a:off x="2915202" y="2530897"/>
            <a:ext cx="1527600" cy="2700"/>
          </a:xfrm>
          <a:prstGeom prst="straightConnector1">
            <a:avLst/>
          </a:prstGeom>
          <a:noFill/>
          <a:ln w="19050" cap="flat" cmpd="sng">
            <a:solidFill>
              <a:schemeClr val="dk2"/>
            </a:solidFill>
            <a:prstDash val="solid"/>
            <a:round/>
            <a:headEnd type="triangle" w="med" len="med"/>
            <a:tailEnd type="triangle" w="med" len="med"/>
          </a:ln>
        </p:spPr>
      </p:cxnSp>
      <p:sp>
        <p:nvSpPr>
          <p:cNvPr id="479" name="Google Shape;479;p24"/>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a:latin typeface="+mj-ea"/>
                <a:ea typeface="+mj-ea"/>
              </a:rPr>
              <a:t> </a:t>
            </a:r>
            <a:endParaRPr>
              <a:latin typeface="+mj-ea"/>
              <a:ea typeface="+mj-ea"/>
            </a:endParaRPr>
          </a:p>
        </p:txBody>
      </p:sp>
      <p:sp>
        <p:nvSpPr>
          <p:cNvPr id="480" name="Google Shape;480;p24"/>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a:latin typeface="+mj-ea"/>
                <a:ea typeface="+mj-ea"/>
              </a:rPr>
              <a:t> </a:t>
            </a:r>
            <a:endParaRPr>
              <a:latin typeface="+mj-ea"/>
              <a:ea typeface="+mj-ea"/>
            </a:endParaRPr>
          </a:p>
        </p:txBody>
      </p:sp>
      <p:sp>
        <p:nvSpPr>
          <p:cNvPr id="481" name="Google Shape;481;p24"/>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a:latin typeface="+mj-ea"/>
                <a:ea typeface="+mj-ea"/>
              </a:rPr>
              <a:t> </a:t>
            </a:r>
            <a:endParaRPr>
              <a:latin typeface="+mj-ea"/>
              <a:ea typeface="+mj-ea"/>
            </a:endParaRPr>
          </a:p>
        </p:txBody>
      </p:sp>
      <p:sp>
        <p:nvSpPr>
          <p:cNvPr id="482" name="Google Shape;482;p24"/>
          <p:cNvSpPr txBox="1"/>
          <p:nvPr/>
        </p:nvSpPr>
        <p:spPr>
          <a:xfrm>
            <a:off x="1565300" y="2771725"/>
            <a:ext cx="5421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900" b="1">
                <a:solidFill>
                  <a:schemeClr val="dk1"/>
                </a:solidFill>
                <a:latin typeface="+mj-ea"/>
                <a:ea typeface="+mj-ea"/>
                <a:cs typeface="Roboto Condensed"/>
                <a:sym typeface="Roboto Condensed"/>
              </a:rPr>
              <a:t>Client</a:t>
            </a:r>
            <a:endParaRPr sz="900">
              <a:solidFill>
                <a:schemeClr val="dk1"/>
              </a:solidFill>
              <a:latin typeface="+mj-ea"/>
              <a:ea typeface="+mj-ea"/>
              <a:cs typeface="Roboto Condensed"/>
              <a:sym typeface="Roboto Condensed"/>
            </a:endParaRPr>
          </a:p>
        </p:txBody>
      </p:sp>
      <p:sp>
        <p:nvSpPr>
          <p:cNvPr id="483" name="Google Shape;483;p24"/>
          <p:cNvSpPr txBox="1"/>
          <p:nvPr/>
        </p:nvSpPr>
        <p:spPr>
          <a:xfrm>
            <a:off x="2213275" y="2771725"/>
            <a:ext cx="9276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900" b="1">
                <a:solidFill>
                  <a:schemeClr val="dk1"/>
                </a:solidFill>
                <a:latin typeface="+mj-ea"/>
                <a:ea typeface="+mj-ea"/>
                <a:cs typeface="Roboto Condensed"/>
                <a:sym typeface="Roboto Condensed"/>
              </a:rPr>
              <a:t>Web Browser</a:t>
            </a:r>
            <a:endParaRPr>
              <a:solidFill>
                <a:schemeClr val="dk1"/>
              </a:solidFill>
              <a:latin typeface="+mj-ea"/>
              <a:ea typeface="+mj-ea"/>
              <a:cs typeface="Roboto Condensed"/>
              <a:sym typeface="Roboto Condensed"/>
            </a:endParaRPr>
          </a:p>
        </p:txBody>
      </p:sp>
      <p:sp>
        <p:nvSpPr>
          <p:cNvPr id="484" name="Google Shape;484;p24"/>
          <p:cNvSpPr txBox="1"/>
          <p:nvPr/>
        </p:nvSpPr>
        <p:spPr>
          <a:xfrm>
            <a:off x="3628425" y="2202450"/>
            <a:ext cx="217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200" b="1">
                <a:solidFill>
                  <a:srgbClr val="262626"/>
                </a:solidFill>
                <a:latin typeface="+mj-ea"/>
                <a:ea typeface="+mj-ea"/>
              </a:rPr>
              <a:t>1</a:t>
            </a:r>
            <a:endParaRPr sz="1700">
              <a:latin typeface="+mj-ea"/>
              <a:ea typeface="+mj-ea"/>
            </a:endParaRPr>
          </a:p>
        </p:txBody>
      </p:sp>
      <p:sp>
        <p:nvSpPr>
          <p:cNvPr id="485" name="Google Shape;485;p24"/>
          <p:cNvSpPr txBox="1"/>
          <p:nvPr/>
        </p:nvSpPr>
        <p:spPr>
          <a:xfrm>
            <a:off x="3628425" y="2471525"/>
            <a:ext cx="2175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1200" b="1">
                <a:solidFill>
                  <a:srgbClr val="262626"/>
                </a:solidFill>
                <a:latin typeface="+mj-ea"/>
                <a:ea typeface="+mj-ea"/>
              </a:rPr>
              <a:t>4</a:t>
            </a:r>
            <a:endParaRPr sz="1700">
              <a:latin typeface="+mj-ea"/>
              <a:ea typeface="+mj-ea"/>
            </a:endParaRPr>
          </a:p>
        </p:txBody>
      </p:sp>
      <p:sp>
        <p:nvSpPr>
          <p:cNvPr id="486" name="Google Shape;486;p24"/>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a:latin typeface="+mj-ea"/>
                <a:ea typeface="+mj-ea"/>
              </a:rPr>
              <a:t>웹 서버 정의 </a:t>
            </a:r>
            <a:r>
              <a:rPr lang="ko" sz="1500">
                <a:solidFill>
                  <a:schemeClr val="accent5"/>
                </a:solidFill>
                <a:latin typeface="+mj-ea"/>
                <a:ea typeface="+mj-ea"/>
              </a:rPr>
              <a:t>- 소프트웨어 관점</a:t>
            </a:r>
            <a:endParaRPr sz="2500">
              <a:latin typeface="+mj-ea"/>
              <a:ea typeface="+mj-ea"/>
            </a:endParaRPr>
          </a:p>
        </p:txBody>
      </p:sp>
      <p:sp>
        <p:nvSpPr>
          <p:cNvPr id="487" name="Google Shape;487;p24"/>
          <p:cNvSpPr txBox="1"/>
          <p:nvPr/>
        </p:nvSpPr>
        <p:spPr>
          <a:xfrm>
            <a:off x="443875" y="3827750"/>
            <a:ext cx="5622600" cy="117567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ko" b="1">
                <a:latin typeface="+mj-ea"/>
                <a:ea typeface="+mj-ea"/>
                <a:cs typeface="Roboto Condensed"/>
                <a:sym typeface="Roboto Condensed"/>
              </a:rPr>
              <a:t>1 :</a:t>
            </a:r>
            <a:r>
              <a:rPr lang="ko">
                <a:latin typeface="+mj-ea"/>
                <a:ea typeface="+mj-ea"/>
                <a:cs typeface="Roboto Condensed"/>
                <a:sym typeface="Roboto Condensed"/>
              </a:rPr>
              <a:t> 클라이언트는 웹 브라우저를 통해 HTTP 프로토콜 요청을 한다</a:t>
            </a:r>
            <a:endParaRPr>
              <a:latin typeface="+mj-ea"/>
              <a:ea typeface="+mj-ea"/>
              <a:cs typeface="Roboto Condensed"/>
              <a:sym typeface="Roboto Condensed"/>
            </a:endParaRPr>
          </a:p>
          <a:p>
            <a:pPr marL="0" lvl="0" indent="0" algn="l" rtl="0">
              <a:lnSpc>
                <a:spcPct val="115000"/>
              </a:lnSpc>
              <a:spcBef>
                <a:spcPts val="0"/>
              </a:spcBef>
              <a:spcAft>
                <a:spcPts val="0"/>
              </a:spcAft>
              <a:buNone/>
            </a:pPr>
            <a:r>
              <a:rPr lang="ko" b="1">
                <a:latin typeface="+mj-ea"/>
                <a:ea typeface="+mj-ea"/>
                <a:cs typeface="Roboto Condensed"/>
                <a:sym typeface="Roboto Condensed"/>
              </a:rPr>
              <a:t>2 :</a:t>
            </a:r>
            <a:r>
              <a:rPr lang="ko">
                <a:latin typeface="+mj-ea"/>
                <a:ea typeface="+mj-ea"/>
                <a:cs typeface="Roboto Condensed"/>
                <a:sym typeface="Roboto Condensed"/>
              </a:rPr>
              <a:t> 웹 서버는 요청에 대한 내용을 분석함</a:t>
            </a:r>
            <a:endParaRPr>
              <a:latin typeface="+mj-ea"/>
              <a:ea typeface="+mj-ea"/>
              <a:cs typeface="Roboto Condensed"/>
              <a:sym typeface="Roboto Condensed"/>
            </a:endParaRPr>
          </a:p>
          <a:p>
            <a:pPr marL="0" lvl="0" indent="0" algn="l" rtl="0">
              <a:lnSpc>
                <a:spcPct val="115000"/>
              </a:lnSpc>
              <a:spcBef>
                <a:spcPts val="0"/>
              </a:spcBef>
              <a:spcAft>
                <a:spcPts val="0"/>
              </a:spcAft>
              <a:buNone/>
            </a:pPr>
            <a:r>
              <a:rPr lang="ko" b="1">
                <a:latin typeface="+mj-ea"/>
                <a:ea typeface="+mj-ea"/>
                <a:cs typeface="Roboto Condensed"/>
                <a:sym typeface="Roboto Condensed"/>
              </a:rPr>
              <a:t>3 :</a:t>
            </a:r>
            <a:r>
              <a:rPr lang="ko">
                <a:latin typeface="+mj-ea"/>
                <a:ea typeface="+mj-ea"/>
                <a:cs typeface="Roboto Condensed"/>
                <a:sym typeface="Roboto Condensed"/>
              </a:rPr>
              <a:t> 요청한 컨텐츠를 찾는다</a:t>
            </a:r>
            <a:endParaRPr>
              <a:latin typeface="+mj-ea"/>
              <a:ea typeface="+mj-ea"/>
              <a:cs typeface="Roboto Condensed"/>
              <a:sym typeface="Roboto Condensed"/>
            </a:endParaRPr>
          </a:p>
          <a:p>
            <a:pPr marL="0" lvl="0" indent="0" algn="l" rtl="0">
              <a:lnSpc>
                <a:spcPct val="115000"/>
              </a:lnSpc>
              <a:spcBef>
                <a:spcPts val="0"/>
              </a:spcBef>
              <a:spcAft>
                <a:spcPts val="0"/>
              </a:spcAft>
              <a:buNone/>
            </a:pPr>
            <a:r>
              <a:rPr lang="ko" b="1">
                <a:latin typeface="+mj-ea"/>
                <a:ea typeface="+mj-ea"/>
                <a:cs typeface="Roboto Condensed"/>
                <a:sym typeface="Roboto Condensed"/>
              </a:rPr>
              <a:t>4 :</a:t>
            </a:r>
            <a:r>
              <a:rPr lang="ko">
                <a:latin typeface="+mj-ea"/>
                <a:ea typeface="+mj-ea"/>
                <a:cs typeface="Roboto Condensed"/>
                <a:sym typeface="Roboto Condensed"/>
              </a:rPr>
              <a:t> Client에게 파일을 보낸다</a:t>
            </a:r>
            <a:endParaRPr>
              <a:latin typeface="+mj-ea"/>
              <a:ea typeface="+mj-ea"/>
              <a:cs typeface="Roboto Condensed"/>
              <a:sym typeface="Roboto Condensed"/>
            </a:endParaRPr>
          </a:p>
        </p:txBody>
      </p:sp>
      <p:pic>
        <p:nvPicPr>
          <p:cNvPr id="478" name="Google Shape;478;p24"/>
          <p:cNvPicPr preferRelativeResize="0"/>
          <p:nvPr/>
        </p:nvPicPr>
        <p:blipFill>
          <a:blip r:embed="rId6">
            <a:alphaModFix/>
          </a:blip>
          <a:stretch>
            <a:fillRect/>
          </a:stretch>
        </p:blipFill>
        <p:spPr>
          <a:xfrm>
            <a:off x="2438952" y="2295473"/>
            <a:ext cx="476250" cy="476250"/>
          </a:xfrm>
          <a:prstGeom prst="rect">
            <a:avLst/>
          </a:prstGeom>
          <a:noFill/>
          <a:ln>
            <a:noFill/>
          </a:ln>
        </p:spPr>
      </p:pic>
      <p:cxnSp>
        <p:nvCxnSpPr>
          <p:cNvPr id="488" name="Google Shape;488;p24"/>
          <p:cNvCxnSpPr>
            <a:endCxn id="478" idx="1"/>
          </p:cNvCxnSpPr>
          <p:nvPr/>
        </p:nvCxnSpPr>
        <p:spPr>
          <a:xfrm>
            <a:off x="2041452" y="2526397"/>
            <a:ext cx="397500" cy="7200"/>
          </a:xfrm>
          <a:prstGeom prst="straightConnector1">
            <a:avLst/>
          </a:prstGeom>
          <a:noFill/>
          <a:ln w="19050" cap="flat" cmpd="sng">
            <a:solidFill>
              <a:schemeClr val="dk2"/>
            </a:solidFill>
            <a:prstDash val="solid"/>
            <a:round/>
            <a:headEnd type="none" w="med" len="med"/>
            <a:tailEnd type="none" w="med" len="med"/>
          </a:ln>
        </p:spPr>
      </p:cxnSp>
      <p:sp>
        <p:nvSpPr>
          <p:cNvPr id="489" name="Google Shape;489;p24"/>
          <p:cNvSpPr txBox="1"/>
          <p:nvPr/>
        </p:nvSpPr>
        <p:spPr>
          <a:xfrm>
            <a:off x="4612969" y="1943848"/>
            <a:ext cx="8472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900" b="1">
                <a:solidFill>
                  <a:schemeClr val="dk1"/>
                </a:solidFill>
                <a:latin typeface="+mj-ea"/>
                <a:ea typeface="+mj-ea"/>
                <a:cs typeface="Roboto Condensed"/>
                <a:sym typeface="Roboto Condensed"/>
              </a:rPr>
              <a:t>Web Server</a:t>
            </a:r>
            <a:endParaRPr>
              <a:solidFill>
                <a:schemeClr val="dk1"/>
              </a:solidFill>
              <a:latin typeface="+mj-ea"/>
              <a:ea typeface="+mj-ea"/>
              <a:cs typeface="Roboto Condensed"/>
              <a:sym typeface="Roboto Condensed"/>
            </a:endParaRPr>
          </a:p>
        </p:txBody>
      </p:sp>
      <p:pic>
        <p:nvPicPr>
          <p:cNvPr id="490" name="Google Shape;490;p24"/>
          <p:cNvPicPr preferRelativeResize="0"/>
          <p:nvPr/>
        </p:nvPicPr>
        <p:blipFill>
          <a:blip r:embed="rId7">
            <a:alphaModFix/>
          </a:blip>
          <a:stretch>
            <a:fillRect/>
          </a:stretch>
        </p:blipFill>
        <p:spPr>
          <a:xfrm>
            <a:off x="6109350" y="3146775"/>
            <a:ext cx="364500" cy="364500"/>
          </a:xfrm>
          <a:prstGeom prst="rect">
            <a:avLst/>
          </a:prstGeom>
          <a:noFill/>
          <a:ln>
            <a:noFill/>
          </a:ln>
        </p:spPr>
      </p:pic>
      <p:pic>
        <p:nvPicPr>
          <p:cNvPr id="491" name="Google Shape;491;p24"/>
          <p:cNvPicPr preferRelativeResize="0"/>
          <p:nvPr/>
        </p:nvPicPr>
        <p:blipFill>
          <a:blip r:embed="rId8">
            <a:alphaModFix/>
          </a:blip>
          <a:stretch>
            <a:fillRect/>
          </a:stretch>
        </p:blipFill>
        <p:spPr>
          <a:xfrm>
            <a:off x="1565300" y="2295486"/>
            <a:ext cx="476250" cy="476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pic>
        <p:nvPicPr>
          <p:cNvPr id="496" name="Google Shape;496;p25"/>
          <p:cNvPicPr preferRelativeResize="0"/>
          <p:nvPr/>
        </p:nvPicPr>
        <p:blipFill>
          <a:blip r:embed="rId3">
            <a:alphaModFix/>
          </a:blip>
          <a:stretch>
            <a:fillRect/>
          </a:stretch>
        </p:blipFill>
        <p:spPr>
          <a:xfrm>
            <a:off x="820325" y="1712158"/>
            <a:ext cx="676200" cy="676200"/>
          </a:xfrm>
          <a:prstGeom prst="rect">
            <a:avLst/>
          </a:prstGeom>
          <a:noFill/>
          <a:ln>
            <a:noFill/>
          </a:ln>
        </p:spPr>
      </p:pic>
      <p:cxnSp>
        <p:nvCxnSpPr>
          <p:cNvPr id="497" name="Google Shape;497;p25"/>
          <p:cNvCxnSpPr/>
          <p:nvPr/>
        </p:nvCxnSpPr>
        <p:spPr>
          <a:xfrm flipH="1">
            <a:off x="1151275" y="2942075"/>
            <a:ext cx="7200" cy="456900"/>
          </a:xfrm>
          <a:prstGeom prst="straightConnector1">
            <a:avLst/>
          </a:prstGeom>
          <a:noFill/>
          <a:ln w="19050" cap="flat" cmpd="sng">
            <a:solidFill>
              <a:schemeClr val="dk2"/>
            </a:solidFill>
            <a:prstDash val="solid"/>
            <a:round/>
            <a:headEnd type="none" w="med" len="med"/>
            <a:tailEnd type="none" w="med" len="med"/>
          </a:ln>
        </p:spPr>
      </p:cxnSp>
      <p:grpSp>
        <p:nvGrpSpPr>
          <p:cNvPr id="498" name="Google Shape;498;p25"/>
          <p:cNvGrpSpPr/>
          <p:nvPr/>
        </p:nvGrpSpPr>
        <p:grpSpPr>
          <a:xfrm>
            <a:off x="956791" y="2446144"/>
            <a:ext cx="507822" cy="438131"/>
            <a:chOff x="5679953" y="2403782"/>
            <a:chExt cx="507822" cy="438131"/>
          </a:xfrm>
        </p:grpSpPr>
        <p:pic>
          <p:nvPicPr>
            <p:cNvPr id="499" name="Google Shape;499;p25"/>
            <p:cNvPicPr preferRelativeResize="0"/>
            <p:nvPr/>
          </p:nvPicPr>
          <p:blipFill>
            <a:blip r:embed="rId4">
              <a:alphaModFix/>
            </a:blip>
            <a:stretch>
              <a:fillRect/>
            </a:stretch>
          </p:blipFill>
          <p:spPr>
            <a:xfrm>
              <a:off x="5679953" y="2460013"/>
              <a:ext cx="381900" cy="381900"/>
            </a:xfrm>
            <a:prstGeom prst="rect">
              <a:avLst/>
            </a:prstGeom>
            <a:noFill/>
            <a:ln>
              <a:noFill/>
            </a:ln>
          </p:spPr>
        </p:pic>
        <p:sp>
          <p:nvSpPr>
            <p:cNvPr id="500" name="Google Shape;500;p25"/>
            <p:cNvSpPr/>
            <p:nvPr/>
          </p:nvSpPr>
          <p:spPr>
            <a:xfrm>
              <a:off x="5749175" y="2403782"/>
              <a:ext cx="438600" cy="281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grpSp>
      <p:sp>
        <p:nvSpPr>
          <p:cNvPr id="501" name="Google Shape;501;p25"/>
          <p:cNvSpPr txBox="1"/>
          <p:nvPr/>
        </p:nvSpPr>
        <p:spPr>
          <a:xfrm>
            <a:off x="4400175" y="2832325"/>
            <a:ext cx="73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mj-ea"/>
              <a:ea typeface="+mj-ea"/>
            </a:endParaRPr>
          </a:p>
        </p:txBody>
      </p:sp>
      <p:sp>
        <p:nvSpPr>
          <p:cNvPr id="502" name="Google Shape;502;p25"/>
          <p:cNvSpPr txBox="1"/>
          <p:nvPr/>
        </p:nvSpPr>
        <p:spPr>
          <a:xfrm>
            <a:off x="823392" y="1942425"/>
            <a:ext cx="663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900" b="1">
                <a:solidFill>
                  <a:schemeClr val="dk1"/>
                </a:solidFill>
                <a:latin typeface="+mj-ea"/>
                <a:ea typeface="+mj-ea"/>
                <a:cs typeface="Roboto Condensed"/>
                <a:sym typeface="Roboto Condensed"/>
              </a:rPr>
              <a:t>internet</a:t>
            </a:r>
            <a:endParaRPr sz="600" b="1">
              <a:solidFill>
                <a:schemeClr val="dk1"/>
              </a:solidFill>
              <a:latin typeface="+mj-ea"/>
              <a:ea typeface="+mj-ea"/>
              <a:cs typeface="Roboto Condensed"/>
              <a:sym typeface="Roboto Condensed"/>
            </a:endParaRPr>
          </a:p>
        </p:txBody>
      </p:sp>
      <p:sp>
        <p:nvSpPr>
          <p:cNvPr id="503" name="Google Shape;503;p25"/>
          <p:cNvSpPr txBox="1"/>
          <p:nvPr/>
        </p:nvSpPr>
        <p:spPr>
          <a:xfrm>
            <a:off x="2117613" y="4651950"/>
            <a:ext cx="479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700" b="1">
                <a:solidFill>
                  <a:schemeClr val="dk1"/>
                </a:solidFill>
                <a:latin typeface="+mj-ea"/>
                <a:ea typeface="+mj-ea"/>
                <a:cs typeface="Roboto Condensed"/>
                <a:sym typeface="Roboto Condensed"/>
              </a:rPr>
              <a:t>Mail Server</a:t>
            </a:r>
            <a:endParaRPr sz="1300">
              <a:solidFill>
                <a:schemeClr val="dk1"/>
              </a:solidFill>
              <a:latin typeface="+mj-ea"/>
              <a:ea typeface="+mj-ea"/>
              <a:cs typeface="Roboto Condensed"/>
              <a:sym typeface="Roboto Condensed"/>
            </a:endParaRPr>
          </a:p>
        </p:txBody>
      </p:sp>
      <p:cxnSp>
        <p:nvCxnSpPr>
          <p:cNvPr id="504" name="Google Shape;504;p25"/>
          <p:cNvCxnSpPr/>
          <p:nvPr/>
        </p:nvCxnSpPr>
        <p:spPr>
          <a:xfrm>
            <a:off x="1156675" y="2257652"/>
            <a:ext cx="0" cy="373200"/>
          </a:xfrm>
          <a:prstGeom prst="straightConnector1">
            <a:avLst/>
          </a:prstGeom>
          <a:noFill/>
          <a:ln w="19050" cap="flat" cmpd="sng">
            <a:solidFill>
              <a:schemeClr val="dk2"/>
            </a:solidFill>
            <a:prstDash val="solid"/>
            <a:round/>
            <a:headEnd type="none" w="med" len="med"/>
            <a:tailEnd type="none" w="med" len="med"/>
          </a:ln>
        </p:spPr>
      </p:cxnSp>
      <p:cxnSp>
        <p:nvCxnSpPr>
          <p:cNvPr id="505" name="Google Shape;505;p25"/>
          <p:cNvCxnSpPr/>
          <p:nvPr/>
        </p:nvCxnSpPr>
        <p:spPr>
          <a:xfrm rot="5400000">
            <a:off x="1808825" y="3834475"/>
            <a:ext cx="585900" cy="507600"/>
          </a:xfrm>
          <a:prstGeom prst="bentConnector3">
            <a:avLst>
              <a:gd name="adj1" fmla="val 50000"/>
            </a:avLst>
          </a:prstGeom>
          <a:noFill/>
          <a:ln w="19050" cap="flat" cmpd="sng">
            <a:solidFill>
              <a:schemeClr val="dk2"/>
            </a:solidFill>
            <a:prstDash val="solid"/>
            <a:round/>
            <a:headEnd type="none" w="med" len="med"/>
            <a:tailEnd type="none" w="med" len="med"/>
          </a:ln>
        </p:spPr>
      </p:cxnSp>
      <p:cxnSp>
        <p:nvCxnSpPr>
          <p:cNvPr id="506" name="Google Shape;506;p25"/>
          <p:cNvCxnSpPr/>
          <p:nvPr/>
        </p:nvCxnSpPr>
        <p:spPr>
          <a:xfrm rot="5400000" flipH="1">
            <a:off x="2316425" y="3834475"/>
            <a:ext cx="585900" cy="507600"/>
          </a:xfrm>
          <a:prstGeom prst="bentConnector3">
            <a:avLst>
              <a:gd name="adj1" fmla="val 50000"/>
            </a:avLst>
          </a:prstGeom>
          <a:noFill/>
          <a:ln w="19050" cap="flat" cmpd="sng">
            <a:solidFill>
              <a:schemeClr val="dk2"/>
            </a:solidFill>
            <a:prstDash val="solid"/>
            <a:round/>
            <a:headEnd type="none" w="med" len="med"/>
            <a:tailEnd type="none" w="med" len="med"/>
          </a:ln>
        </p:spPr>
      </p:cxnSp>
      <p:cxnSp>
        <p:nvCxnSpPr>
          <p:cNvPr id="507" name="Google Shape;507;p25"/>
          <p:cNvCxnSpPr/>
          <p:nvPr/>
        </p:nvCxnSpPr>
        <p:spPr>
          <a:xfrm>
            <a:off x="2352675" y="4086225"/>
            <a:ext cx="9600" cy="304800"/>
          </a:xfrm>
          <a:prstGeom prst="straightConnector1">
            <a:avLst/>
          </a:prstGeom>
          <a:noFill/>
          <a:ln w="19050" cap="flat" cmpd="sng">
            <a:solidFill>
              <a:schemeClr val="dk2"/>
            </a:solidFill>
            <a:prstDash val="solid"/>
            <a:round/>
            <a:headEnd type="none" w="med" len="med"/>
            <a:tailEnd type="none" w="med" len="med"/>
          </a:ln>
        </p:spPr>
      </p:cxnSp>
      <p:cxnSp>
        <p:nvCxnSpPr>
          <p:cNvPr id="508" name="Google Shape;508;p25"/>
          <p:cNvCxnSpPr>
            <a:endCxn id="509" idx="1"/>
          </p:cNvCxnSpPr>
          <p:nvPr/>
        </p:nvCxnSpPr>
        <p:spPr>
          <a:xfrm rot="-5400000">
            <a:off x="3401850" y="1654775"/>
            <a:ext cx="1526400" cy="1472100"/>
          </a:xfrm>
          <a:prstGeom prst="bentConnector2">
            <a:avLst/>
          </a:prstGeom>
          <a:noFill/>
          <a:ln w="19050" cap="flat" cmpd="sng">
            <a:solidFill>
              <a:schemeClr val="dk2"/>
            </a:solidFill>
            <a:prstDash val="solid"/>
            <a:round/>
            <a:headEnd type="none" w="med" len="med"/>
            <a:tailEnd type="none" w="med" len="med"/>
          </a:ln>
        </p:spPr>
      </p:cxnSp>
      <p:cxnSp>
        <p:nvCxnSpPr>
          <p:cNvPr id="510" name="Google Shape;510;p25"/>
          <p:cNvCxnSpPr>
            <a:endCxn id="511" idx="1"/>
          </p:cNvCxnSpPr>
          <p:nvPr/>
        </p:nvCxnSpPr>
        <p:spPr>
          <a:xfrm rot="-5400000" flipH="1">
            <a:off x="3418050" y="2954175"/>
            <a:ext cx="1495200" cy="1470900"/>
          </a:xfrm>
          <a:prstGeom prst="bentConnector2">
            <a:avLst/>
          </a:prstGeom>
          <a:noFill/>
          <a:ln w="19050" cap="flat" cmpd="sng">
            <a:solidFill>
              <a:schemeClr val="dk2"/>
            </a:solidFill>
            <a:prstDash val="solid"/>
            <a:round/>
            <a:headEnd type="none" w="med" len="med"/>
            <a:tailEnd type="none" w="med" len="med"/>
          </a:ln>
        </p:spPr>
      </p:cxnSp>
      <p:cxnSp>
        <p:nvCxnSpPr>
          <p:cNvPr id="512" name="Google Shape;512;p25"/>
          <p:cNvCxnSpPr>
            <a:stCxn id="509" idx="2"/>
            <a:endCxn id="513" idx="0"/>
          </p:cNvCxnSpPr>
          <p:nvPr/>
        </p:nvCxnSpPr>
        <p:spPr>
          <a:xfrm>
            <a:off x="5075900" y="1802425"/>
            <a:ext cx="547200" cy="477300"/>
          </a:xfrm>
          <a:prstGeom prst="straightConnector1">
            <a:avLst/>
          </a:prstGeom>
          <a:noFill/>
          <a:ln w="9525" cap="flat" cmpd="sng">
            <a:solidFill>
              <a:schemeClr val="dk2"/>
            </a:solidFill>
            <a:prstDash val="dash"/>
            <a:round/>
            <a:headEnd type="none" w="med" len="med"/>
            <a:tailEnd type="none" w="med" len="med"/>
          </a:ln>
        </p:spPr>
      </p:cxnSp>
      <p:cxnSp>
        <p:nvCxnSpPr>
          <p:cNvPr id="514" name="Google Shape;514;p25"/>
          <p:cNvCxnSpPr>
            <a:stCxn id="509" idx="2"/>
            <a:endCxn id="515" idx="0"/>
          </p:cNvCxnSpPr>
          <p:nvPr/>
        </p:nvCxnSpPr>
        <p:spPr>
          <a:xfrm>
            <a:off x="5075900" y="1802425"/>
            <a:ext cx="1113300" cy="477300"/>
          </a:xfrm>
          <a:prstGeom prst="straightConnector1">
            <a:avLst/>
          </a:prstGeom>
          <a:noFill/>
          <a:ln w="9525" cap="flat" cmpd="sng">
            <a:solidFill>
              <a:schemeClr val="dk2"/>
            </a:solidFill>
            <a:prstDash val="dash"/>
            <a:round/>
            <a:headEnd type="none" w="med" len="med"/>
            <a:tailEnd type="none" w="med" len="med"/>
          </a:ln>
        </p:spPr>
      </p:cxnSp>
      <p:cxnSp>
        <p:nvCxnSpPr>
          <p:cNvPr id="516" name="Google Shape;516;p25"/>
          <p:cNvCxnSpPr>
            <a:stCxn id="509" idx="2"/>
            <a:endCxn id="517" idx="0"/>
          </p:cNvCxnSpPr>
          <p:nvPr/>
        </p:nvCxnSpPr>
        <p:spPr>
          <a:xfrm flipH="1">
            <a:off x="3847400" y="1802425"/>
            <a:ext cx="1228500" cy="477300"/>
          </a:xfrm>
          <a:prstGeom prst="straightConnector1">
            <a:avLst/>
          </a:prstGeom>
          <a:noFill/>
          <a:ln w="9525" cap="flat" cmpd="sng">
            <a:solidFill>
              <a:schemeClr val="dk2"/>
            </a:solidFill>
            <a:prstDash val="dash"/>
            <a:round/>
            <a:headEnd type="none" w="med" len="med"/>
            <a:tailEnd type="none" w="med" len="med"/>
          </a:ln>
        </p:spPr>
      </p:cxnSp>
      <p:cxnSp>
        <p:nvCxnSpPr>
          <p:cNvPr id="518" name="Google Shape;518;p25"/>
          <p:cNvCxnSpPr>
            <a:stCxn id="509" idx="2"/>
            <a:endCxn id="519" idx="0"/>
          </p:cNvCxnSpPr>
          <p:nvPr/>
        </p:nvCxnSpPr>
        <p:spPr>
          <a:xfrm flipH="1">
            <a:off x="4491200" y="1802425"/>
            <a:ext cx="584700" cy="477300"/>
          </a:xfrm>
          <a:prstGeom prst="straightConnector1">
            <a:avLst/>
          </a:prstGeom>
          <a:noFill/>
          <a:ln w="9525" cap="flat" cmpd="sng">
            <a:solidFill>
              <a:schemeClr val="dk2"/>
            </a:solidFill>
            <a:prstDash val="dash"/>
            <a:round/>
            <a:headEnd type="none" w="med" len="med"/>
            <a:tailEnd type="none" w="med" len="med"/>
          </a:ln>
        </p:spPr>
      </p:cxnSp>
      <p:cxnSp>
        <p:nvCxnSpPr>
          <p:cNvPr id="520" name="Google Shape;520;p25"/>
          <p:cNvCxnSpPr>
            <a:stCxn id="509" idx="2"/>
            <a:endCxn id="521" idx="0"/>
          </p:cNvCxnSpPr>
          <p:nvPr/>
        </p:nvCxnSpPr>
        <p:spPr>
          <a:xfrm flipH="1">
            <a:off x="5057300" y="1802425"/>
            <a:ext cx="18600" cy="477300"/>
          </a:xfrm>
          <a:prstGeom prst="straightConnector1">
            <a:avLst/>
          </a:prstGeom>
          <a:noFill/>
          <a:ln w="9525" cap="flat" cmpd="sng">
            <a:solidFill>
              <a:schemeClr val="dk2"/>
            </a:solidFill>
            <a:prstDash val="dash"/>
            <a:round/>
            <a:headEnd type="none" w="med" len="med"/>
            <a:tailEnd type="none" w="med" len="med"/>
          </a:ln>
        </p:spPr>
      </p:cxnSp>
      <p:cxnSp>
        <p:nvCxnSpPr>
          <p:cNvPr id="522" name="Google Shape;522;p25"/>
          <p:cNvCxnSpPr>
            <a:stCxn id="523" idx="2"/>
            <a:endCxn id="511" idx="0"/>
          </p:cNvCxnSpPr>
          <p:nvPr/>
        </p:nvCxnSpPr>
        <p:spPr>
          <a:xfrm>
            <a:off x="3847310" y="3615089"/>
            <a:ext cx="1228500" cy="647400"/>
          </a:xfrm>
          <a:prstGeom prst="straightConnector1">
            <a:avLst/>
          </a:prstGeom>
          <a:noFill/>
          <a:ln w="9525" cap="flat" cmpd="sng">
            <a:solidFill>
              <a:schemeClr val="dk2"/>
            </a:solidFill>
            <a:prstDash val="dash"/>
            <a:round/>
            <a:headEnd type="none" w="med" len="med"/>
            <a:tailEnd type="none" w="med" len="med"/>
          </a:ln>
        </p:spPr>
      </p:cxnSp>
      <p:cxnSp>
        <p:nvCxnSpPr>
          <p:cNvPr id="524" name="Google Shape;524;p25"/>
          <p:cNvCxnSpPr>
            <a:stCxn id="525" idx="2"/>
            <a:endCxn id="511" idx="0"/>
          </p:cNvCxnSpPr>
          <p:nvPr/>
        </p:nvCxnSpPr>
        <p:spPr>
          <a:xfrm>
            <a:off x="4432782" y="3615089"/>
            <a:ext cx="643200" cy="647400"/>
          </a:xfrm>
          <a:prstGeom prst="straightConnector1">
            <a:avLst/>
          </a:prstGeom>
          <a:noFill/>
          <a:ln w="9525" cap="flat" cmpd="sng">
            <a:solidFill>
              <a:schemeClr val="dk2"/>
            </a:solidFill>
            <a:prstDash val="dash"/>
            <a:round/>
            <a:headEnd type="none" w="med" len="med"/>
            <a:tailEnd type="none" w="med" len="med"/>
          </a:ln>
        </p:spPr>
      </p:cxnSp>
      <p:cxnSp>
        <p:nvCxnSpPr>
          <p:cNvPr id="526" name="Google Shape;526;p25"/>
          <p:cNvCxnSpPr>
            <a:stCxn id="527" idx="2"/>
            <a:endCxn id="511" idx="0"/>
          </p:cNvCxnSpPr>
          <p:nvPr/>
        </p:nvCxnSpPr>
        <p:spPr>
          <a:xfrm>
            <a:off x="5018254" y="3615089"/>
            <a:ext cx="57600" cy="647400"/>
          </a:xfrm>
          <a:prstGeom prst="straightConnector1">
            <a:avLst/>
          </a:prstGeom>
          <a:noFill/>
          <a:ln w="9525" cap="flat" cmpd="sng">
            <a:solidFill>
              <a:schemeClr val="dk2"/>
            </a:solidFill>
            <a:prstDash val="dash"/>
            <a:round/>
            <a:headEnd type="none" w="med" len="med"/>
            <a:tailEnd type="none" w="med" len="med"/>
          </a:ln>
        </p:spPr>
      </p:cxnSp>
      <p:cxnSp>
        <p:nvCxnSpPr>
          <p:cNvPr id="528" name="Google Shape;528;p25"/>
          <p:cNvCxnSpPr>
            <a:stCxn id="529" idx="2"/>
            <a:endCxn id="511" idx="0"/>
          </p:cNvCxnSpPr>
          <p:nvPr/>
        </p:nvCxnSpPr>
        <p:spPr>
          <a:xfrm flipH="1">
            <a:off x="5076025" y="3615089"/>
            <a:ext cx="527700" cy="647400"/>
          </a:xfrm>
          <a:prstGeom prst="straightConnector1">
            <a:avLst/>
          </a:prstGeom>
          <a:noFill/>
          <a:ln w="9525" cap="flat" cmpd="sng">
            <a:solidFill>
              <a:schemeClr val="dk2"/>
            </a:solidFill>
            <a:prstDash val="dash"/>
            <a:round/>
            <a:headEnd type="none" w="med" len="med"/>
            <a:tailEnd type="none" w="med" len="med"/>
          </a:ln>
        </p:spPr>
      </p:cxnSp>
      <p:cxnSp>
        <p:nvCxnSpPr>
          <p:cNvPr id="530" name="Google Shape;530;p25"/>
          <p:cNvCxnSpPr>
            <a:stCxn id="531" idx="2"/>
            <a:endCxn id="511" idx="0"/>
          </p:cNvCxnSpPr>
          <p:nvPr/>
        </p:nvCxnSpPr>
        <p:spPr>
          <a:xfrm flipH="1">
            <a:off x="5075897" y="3615089"/>
            <a:ext cx="1113300" cy="647400"/>
          </a:xfrm>
          <a:prstGeom prst="straightConnector1">
            <a:avLst/>
          </a:prstGeom>
          <a:noFill/>
          <a:ln w="9525" cap="flat" cmpd="sng">
            <a:solidFill>
              <a:schemeClr val="dk2"/>
            </a:solidFill>
            <a:prstDash val="dash"/>
            <a:round/>
            <a:headEnd type="none" w="med" len="med"/>
            <a:tailEnd type="none" w="med" len="med"/>
          </a:ln>
        </p:spPr>
      </p:cxnSp>
      <p:sp>
        <p:nvSpPr>
          <p:cNvPr id="532" name="Google Shape;532;p25"/>
          <p:cNvSpPr txBox="1"/>
          <p:nvPr/>
        </p:nvSpPr>
        <p:spPr>
          <a:xfrm>
            <a:off x="2079475" y="3008975"/>
            <a:ext cx="5604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900" b="1">
                <a:solidFill>
                  <a:schemeClr val="dk1"/>
                </a:solidFill>
                <a:latin typeface="+mj-ea"/>
                <a:ea typeface="+mj-ea"/>
                <a:cs typeface="Roboto Condensed"/>
                <a:sym typeface="Roboto Condensed"/>
              </a:rPr>
              <a:t>Switch</a:t>
            </a:r>
            <a:endParaRPr sz="1500">
              <a:solidFill>
                <a:schemeClr val="dk1"/>
              </a:solidFill>
              <a:latin typeface="+mj-ea"/>
              <a:ea typeface="+mj-ea"/>
              <a:cs typeface="Roboto Condensed"/>
              <a:sym typeface="Roboto Condensed"/>
            </a:endParaRPr>
          </a:p>
        </p:txBody>
      </p:sp>
      <p:sp>
        <p:nvSpPr>
          <p:cNvPr id="533" name="Google Shape;533;p25"/>
          <p:cNvSpPr txBox="1">
            <a:spLocks noGrp="1"/>
          </p:cNvSpPr>
          <p:nvPr>
            <p:ph type="title"/>
          </p:nvPr>
        </p:nvSpPr>
        <p:spPr>
          <a:xfrm>
            <a:off x="814200" y="392250"/>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a:latin typeface="+mj-ea"/>
                <a:ea typeface="+mj-ea"/>
              </a:rPr>
              <a:t>기업 내부에서 웹 서버 구성도</a:t>
            </a:r>
            <a:endParaRPr sz="2500">
              <a:latin typeface="+mj-ea"/>
              <a:ea typeface="+mj-ea"/>
            </a:endParaRPr>
          </a:p>
        </p:txBody>
      </p:sp>
      <p:sp>
        <p:nvSpPr>
          <p:cNvPr id="534" name="Google Shape;534;p25"/>
          <p:cNvSpPr txBox="1"/>
          <p:nvPr/>
        </p:nvSpPr>
        <p:spPr>
          <a:xfrm>
            <a:off x="845125" y="3727100"/>
            <a:ext cx="6195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ko" sz="900" b="1">
                <a:solidFill>
                  <a:schemeClr val="dk1"/>
                </a:solidFill>
                <a:latin typeface="+mj-ea"/>
                <a:ea typeface="+mj-ea"/>
                <a:cs typeface="Roboto Condensed"/>
                <a:sym typeface="Roboto Condensed"/>
              </a:rPr>
              <a:t>Firewall</a:t>
            </a:r>
            <a:endParaRPr sz="900">
              <a:solidFill>
                <a:schemeClr val="dk1"/>
              </a:solidFill>
              <a:latin typeface="+mj-ea"/>
              <a:ea typeface="+mj-ea"/>
              <a:cs typeface="Roboto Condensed"/>
              <a:sym typeface="Roboto Condensed"/>
            </a:endParaRPr>
          </a:p>
        </p:txBody>
      </p:sp>
      <p:sp>
        <p:nvSpPr>
          <p:cNvPr id="535" name="Google Shape;535;p25"/>
          <p:cNvSpPr txBox="1"/>
          <p:nvPr/>
        </p:nvSpPr>
        <p:spPr>
          <a:xfrm>
            <a:off x="6800050" y="3370300"/>
            <a:ext cx="12954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900" b="1">
                <a:solidFill>
                  <a:schemeClr val="dk1"/>
                </a:solidFill>
                <a:latin typeface="+mj-ea"/>
                <a:ea typeface="+mj-ea"/>
                <a:cs typeface="Roboto Condensed"/>
                <a:sym typeface="Roboto Condensed"/>
              </a:rPr>
              <a:t>Server Room</a:t>
            </a:r>
            <a:endParaRPr sz="1500">
              <a:solidFill>
                <a:schemeClr val="dk1"/>
              </a:solidFill>
              <a:latin typeface="+mj-ea"/>
              <a:ea typeface="+mj-ea"/>
              <a:cs typeface="Roboto Condensed"/>
              <a:sym typeface="Roboto Condensed"/>
            </a:endParaRPr>
          </a:p>
        </p:txBody>
      </p:sp>
      <p:grpSp>
        <p:nvGrpSpPr>
          <p:cNvPr id="536" name="Google Shape;536;p25"/>
          <p:cNvGrpSpPr/>
          <p:nvPr/>
        </p:nvGrpSpPr>
        <p:grpSpPr>
          <a:xfrm>
            <a:off x="6734350" y="2019425"/>
            <a:ext cx="1426800" cy="1426800"/>
            <a:chOff x="6505750" y="2171825"/>
            <a:chExt cx="1426800" cy="1426800"/>
          </a:xfrm>
        </p:grpSpPr>
        <p:sp>
          <p:nvSpPr>
            <p:cNvPr id="537" name="Google Shape;537;p25"/>
            <p:cNvSpPr/>
            <p:nvPr/>
          </p:nvSpPr>
          <p:spPr>
            <a:xfrm>
              <a:off x="6505750" y="2171825"/>
              <a:ext cx="1426800" cy="1426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pic>
          <p:nvPicPr>
            <p:cNvPr id="538" name="Google Shape;538;p25"/>
            <p:cNvPicPr preferRelativeResize="0"/>
            <p:nvPr/>
          </p:nvPicPr>
          <p:blipFill>
            <a:blip r:embed="rId5">
              <a:alphaModFix/>
            </a:blip>
            <a:stretch>
              <a:fillRect/>
            </a:stretch>
          </p:blipFill>
          <p:spPr>
            <a:xfrm>
              <a:off x="6733600" y="2399675"/>
              <a:ext cx="971100" cy="971100"/>
            </a:xfrm>
            <a:prstGeom prst="rect">
              <a:avLst/>
            </a:prstGeom>
            <a:noFill/>
            <a:ln>
              <a:noFill/>
            </a:ln>
          </p:spPr>
        </p:pic>
      </p:grpSp>
      <p:pic>
        <p:nvPicPr>
          <p:cNvPr id="539" name="Google Shape;539;p25"/>
          <p:cNvPicPr preferRelativeResize="0"/>
          <p:nvPr/>
        </p:nvPicPr>
        <p:blipFill>
          <a:blip r:embed="rId6">
            <a:alphaModFix/>
          </a:blip>
          <a:stretch>
            <a:fillRect/>
          </a:stretch>
        </p:blipFill>
        <p:spPr>
          <a:xfrm>
            <a:off x="2085787" y="3299075"/>
            <a:ext cx="507600" cy="507600"/>
          </a:xfrm>
          <a:prstGeom prst="rect">
            <a:avLst/>
          </a:prstGeom>
          <a:noFill/>
          <a:ln>
            <a:noFill/>
          </a:ln>
        </p:spPr>
      </p:pic>
      <p:pic>
        <p:nvPicPr>
          <p:cNvPr id="509" name="Google Shape;509;p25"/>
          <p:cNvPicPr preferRelativeResize="0"/>
          <p:nvPr/>
        </p:nvPicPr>
        <p:blipFill>
          <a:blip r:embed="rId6">
            <a:alphaModFix/>
          </a:blip>
          <a:stretch>
            <a:fillRect/>
          </a:stretch>
        </p:blipFill>
        <p:spPr>
          <a:xfrm>
            <a:off x="4901100" y="1452825"/>
            <a:ext cx="349600" cy="349600"/>
          </a:xfrm>
          <a:prstGeom prst="rect">
            <a:avLst/>
          </a:prstGeom>
          <a:noFill/>
          <a:ln>
            <a:noFill/>
          </a:ln>
        </p:spPr>
      </p:pic>
      <p:sp>
        <p:nvSpPr>
          <p:cNvPr id="540" name="Google Shape;540;p25"/>
          <p:cNvSpPr txBox="1"/>
          <p:nvPr/>
        </p:nvSpPr>
        <p:spPr>
          <a:xfrm>
            <a:off x="4795700" y="4563575"/>
            <a:ext cx="5604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chemeClr val="dk1"/>
                </a:solidFill>
                <a:latin typeface="+mj-ea"/>
                <a:ea typeface="+mj-ea"/>
                <a:cs typeface="Roboto Condensed"/>
                <a:sym typeface="Roboto Condensed"/>
              </a:rPr>
              <a:t>Switch</a:t>
            </a:r>
            <a:endParaRPr>
              <a:solidFill>
                <a:schemeClr val="dk1"/>
              </a:solidFill>
              <a:latin typeface="+mj-ea"/>
              <a:ea typeface="+mj-ea"/>
              <a:cs typeface="Roboto Condensed"/>
              <a:sym typeface="Roboto Condensed"/>
            </a:endParaRPr>
          </a:p>
        </p:txBody>
      </p:sp>
      <p:pic>
        <p:nvPicPr>
          <p:cNvPr id="511" name="Google Shape;511;p25"/>
          <p:cNvPicPr preferRelativeResize="0"/>
          <p:nvPr/>
        </p:nvPicPr>
        <p:blipFill>
          <a:blip r:embed="rId6">
            <a:alphaModFix/>
          </a:blip>
          <a:stretch>
            <a:fillRect/>
          </a:stretch>
        </p:blipFill>
        <p:spPr>
          <a:xfrm>
            <a:off x="4901100" y="4262425"/>
            <a:ext cx="349600" cy="349600"/>
          </a:xfrm>
          <a:prstGeom prst="rect">
            <a:avLst/>
          </a:prstGeom>
          <a:noFill/>
          <a:ln>
            <a:noFill/>
          </a:ln>
        </p:spPr>
      </p:pic>
      <p:pic>
        <p:nvPicPr>
          <p:cNvPr id="517" name="Google Shape;517;p25"/>
          <p:cNvPicPr preferRelativeResize="0"/>
          <p:nvPr/>
        </p:nvPicPr>
        <p:blipFill>
          <a:blip r:embed="rId7">
            <a:alphaModFix/>
          </a:blip>
          <a:stretch>
            <a:fillRect/>
          </a:stretch>
        </p:blipFill>
        <p:spPr>
          <a:xfrm>
            <a:off x="3672497" y="2279642"/>
            <a:ext cx="349600" cy="349600"/>
          </a:xfrm>
          <a:prstGeom prst="rect">
            <a:avLst/>
          </a:prstGeom>
          <a:noFill/>
          <a:ln>
            <a:noFill/>
          </a:ln>
        </p:spPr>
      </p:pic>
      <p:pic>
        <p:nvPicPr>
          <p:cNvPr id="519" name="Google Shape;519;p25"/>
          <p:cNvPicPr preferRelativeResize="0"/>
          <p:nvPr/>
        </p:nvPicPr>
        <p:blipFill>
          <a:blip r:embed="rId7">
            <a:alphaModFix/>
          </a:blip>
          <a:stretch>
            <a:fillRect/>
          </a:stretch>
        </p:blipFill>
        <p:spPr>
          <a:xfrm>
            <a:off x="4316385" y="2279632"/>
            <a:ext cx="349600" cy="349619"/>
          </a:xfrm>
          <a:prstGeom prst="rect">
            <a:avLst/>
          </a:prstGeom>
          <a:noFill/>
          <a:ln>
            <a:noFill/>
          </a:ln>
        </p:spPr>
      </p:pic>
      <p:pic>
        <p:nvPicPr>
          <p:cNvPr id="521" name="Google Shape;521;p25"/>
          <p:cNvPicPr preferRelativeResize="0"/>
          <p:nvPr/>
        </p:nvPicPr>
        <p:blipFill>
          <a:blip r:embed="rId7">
            <a:alphaModFix/>
          </a:blip>
          <a:stretch>
            <a:fillRect/>
          </a:stretch>
        </p:blipFill>
        <p:spPr>
          <a:xfrm>
            <a:off x="4882385" y="2279632"/>
            <a:ext cx="349600" cy="349619"/>
          </a:xfrm>
          <a:prstGeom prst="rect">
            <a:avLst/>
          </a:prstGeom>
          <a:noFill/>
          <a:ln>
            <a:noFill/>
          </a:ln>
        </p:spPr>
      </p:pic>
      <p:pic>
        <p:nvPicPr>
          <p:cNvPr id="513" name="Google Shape;513;p25"/>
          <p:cNvPicPr preferRelativeResize="0"/>
          <p:nvPr/>
        </p:nvPicPr>
        <p:blipFill>
          <a:blip r:embed="rId7">
            <a:alphaModFix/>
          </a:blip>
          <a:stretch>
            <a:fillRect/>
          </a:stretch>
        </p:blipFill>
        <p:spPr>
          <a:xfrm>
            <a:off x="5448385" y="2279632"/>
            <a:ext cx="349600" cy="349619"/>
          </a:xfrm>
          <a:prstGeom prst="rect">
            <a:avLst/>
          </a:prstGeom>
          <a:noFill/>
          <a:ln>
            <a:noFill/>
          </a:ln>
        </p:spPr>
      </p:pic>
      <p:pic>
        <p:nvPicPr>
          <p:cNvPr id="515" name="Google Shape;515;p25"/>
          <p:cNvPicPr preferRelativeResize="0"/>
          <p:nvPr/>
        </p:nvPicPr>
        <p:blipFill>
          <a:blip r:embed="rId7">
            <a:alphaModFix/>
          </a:blip>
          <a:stretch>
            <a:fillRect/>
          </a:stretch>
        </p:blipFill>
        <p:spPr>
          <a:xfrm>
            <a:off x="6014397" y="2279632"/>
            <a:ext cx="349600" cy="349619"/>
          </a:xfrm>
          <a:prstGeom prst="rect">
            <a:avLst/>
          </a:prstGeom>
          <a:noFill/>
          <a:ln>
            <a:noFill/>
          </a:ln>
        </p:spPr>
      </p:pic>
      <p:pic>
        <p:nvPicPr>
          <p:cNvPr id="523" name="Google Shape;523;p25"/>
          <p:cNvPicPr preferRelativeResize="0"/>
          <p:nvPr/>
        </p:nvPicPr>
        <p:blipFill>
          <a:blip r:embed="rId7">
            <a:alphaModFix/>
          </a:blip>
          <a:stretch>
            <a:fillRect/>
          </a:stretch>
        </p:blipFill>
        <p:spPr>
          <a:xfrm>
            <a:off x="3672510" y="3265470"/>
            <a:ext cx="349600" cy="349619"/>
          </a:xfrm>
          <a:prstGeom prst="rect">
            <a:avLst/>
          </a:prstGeom>
          <a:noFill/>
          <a:ln>
            <a:noFill/>
          </a:ln>
        </p:spPr>
      </p:pic>
      <p:pic>
        <p:nvPicPr>
          <p:cNvPr id="525" name="Google Shape;525;p25"/>
          <p:cNvPicPr preferRelativeResize="0"/>
          <p:nvPr/>
        </p:nvPicPr>
        <p:blipFill>
          <a:blip r:embed="rId7">
            <a:alphaModFix/>
          </a:blip>
          <a:stretch>
            <a:fillRect/>
          </a:stretch>
        </p:blipFill>
        <p:spPr>
          <a:xfrm>
            <a:off x="4257982" y="3265470"/>
            <a:ext cx="349600" cy="349619"/>
          </a:xfrm>
          <a:prstGeom prst="rect">
            <a:avLst/>
          </a:prstGeom>
          <a:noFill/>
          <a:ln>
            <a:noFill/>
          </a:ln>
        </p:spPr>
      </p:pic>
      <p:pic>
        <p:nvPicPr>
          <p:cNvPr id="527" name="Google Shape;527;p25"/>
          <p:cNvPicPr preferRelativeResize="0"/>
          <p:nvPr/>
        </p:nvPicPr>
        <p:blipFill>
          <a:blip r:embed="rId7">
            <a:alphaModFix/>
          </a:blip>
          <a:stretch>
            <a:fillRect/>
          </a:stretch>
        </p:blipFill>
        <p:spPr>
          <a:xfrm>
            <a:off x="4843454" y="3265470"/>
            <a:ext cx="349600" cy="349619"/>
          </a:xfrm>
          <a:prstGeom prst="rect">
            <a:avLst/>
          </a:prstGeom>
          <a:noFill/>
          <a:ln>
            <a:noFill/>
          </a:ln>
        </p:spPr>
      </p:pic>
      <p:pic>
        <p:nvPicPr>
          <p:cNvPr id="529" name="Google Shape;529;p25"/>
          <p:cNvPicPr preferRelativeResize="0"/>
          <p:nvPr/>
        </p:nvPicPr>
        <p:blipFill>
          <a:blip r:embed="rId7">
            <a:alphaModFix/>
          </a:blip>
          <a:stretch>
            <a:fillRect/>
          </a:stretch>
        </p:blipFill>
        <p:spPr>
          <a:xfrm>
            <a:off x="5428925" y="3265470"/>
            <a:ext cx="349600" cy="349619"/>
          </a:xfrm>
          <a:prstGeom prst="rect">
            <a:avLst/>
          </a:prstGeom>
          <a:noFill/>
          <a:ln>
            <a:noFill/>
          </a:ln>
        </p:spPr>
      </p:pic>
      <p:pic>
        <p:nvPicPr>
          <p:cNvPr id="531" name="Google Shape;531;p25"/>
          <p:cNvPicPr preferRelativeResize="0"/>
          <p:nvPr/>
        </p:nvPicPr>
        <p:blipFill>
          <a:blip r:embed="rId7">
            <a:alphaModFix/>
          </a:blip>
          <a:stretch>
            <a:fillRect/>
          </a:stretch>
        </p:blipFill>
        <p:spPr>
          <a:xfrm>
            <a:off x="6014397" y="3265470"/>
            <a:ext cx="349600" cy="349619"/>
          </a:xfrm>
          <a:prstGeom prst="rect">
            <a:avLst/>
          </a:prstGeom>
          <a:noFill/>
          <a:ln>
            <a:noFill/>
          </a:ln>
        </p:spPr>
      </p:pic>
      <p:sp>
        <p:nvSpPr>
          <p:cNvPr id="541" name="Google Shape;541;p25"/>
          <p:cNvSpPr txBox="1"/>
          <p:nvPr/>
        </p:nvSpPr>
        <p:spPr>
          <a:xfrm>
            <a:off x="2521825" y="4609025"/>
            <a:ext cx="676200" cy="29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700" b="1">
                <a:solidFill>
                  <a:schemeClr val="dk1"/>
                </a:solidFill>
                <a:latin typeface="+mj-ea"/>
                <a:ea typeface="+mj-ea"/>
                <a:cs typeface="Roboto Condensed"/>
                <a:sym typeface="Roboto Condensed"/>
              </a:rPr>
              <a:t>Intranet</a:t>
            </a:r>
            <a:endParaRPr sz="1300">
              <a:solidFill>
                <a:schemeClr val="dk1"/>
              </a:solidFill>
              <a:latin typeface="+mj-ea"/>
              <a:ea typeface="+mj-ea"/>
              <a:cs typeface="Roboto Condensed"/>
              <a:sym typeface="Roboto Condensed"/>
            </a:endParaRPr>
          </a:p>
        </p:txBody>
      </p:sp>
      <p:pic>
        <p:nvPicPr>
          <p:cNvPr id="542" name="Google Shape;542;p25"/>
          <p:cNvPicPr preferRelativeResize="0"/>
          <p:nvPr/>
        </p:nvPicPr>
        <p:blipFill>
          <a:blip r:embed="rId8">
            <a:alphaModFix/>
          </a:blip>
          <a:stretch>
            <a:fillRect/>
          </a:stretch>
        </p:blipFill>
        <p:spPr>
          <a:xfrm>
            <a:off x="2721825" y="4381225"/>
            <a:ext cx="276200" cy="276200"/>
          </a:xfrm>
          <a:prstGeom prst="rect">
            <a:avLst/>
          </a:prstGeom>
          <a:noFill/>
          <a:ln>
            <a:noFill/>
          </a:ln>
        </p:spPr>
      </p:pic>
      <p:pic>
        <p:nvPicPr>
          <p:cNvPr id="543" name="Google Shape;543;p25"/>
          <p:cNvPicPr preferRelativeResize="0"/>
          <p:nvPr/>
        </p:nvPicPr>
        <p:blipFill>
          <a:blip r:embed="rId8">
            <a:alphaModFix/>
          </a:blip>
          <a:stretch>
            <a:fillRect/>
          </a:stretch>
        </p:blipFill>
        <p:spPr>
          <a:xfrm>
            <a:off x="1716937" y="4381223"/>
            <a:ext cx="276200" cy="276200"/>
          </a:xfrm>
          <a:prstGeom prst="rect">
            <a:avLst/>
          </a:prstGeom>
          <a:noFill/>
          <a:ln>
            <a:noFill/>
          </a:ln>
        </p:spPr>
      </p:pic>
      <p:sp>
        <p:nvSpPr>
          <p:cNvPr id="544" name="Google Shape;544;p25"/>
          <p:cNvSpPr txBox="1"/>
          <p:nvPr/>
        </p:nvSpPr>
        <p:spPr>
          <a:xfrm>
            <a:off x="1534475" y="4651950"/>
            <a:ext cx="619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700" b="1">
                <a:solidFill>
                  <a:schemeClr val="dk1"/>
                </a:solidFill>
                <a:latin typeface="+mj-ea"/>
                <a:ea typeface="+mj-ea"/>
                <a:cs typeface="Roboto Condensed"/>
                <a:sym typeface="Roboto Condensed"/>
              </a:rPr>
              <a:t>Web Servers</a:t>
            </a:r>
            <a:endParaRPr sz="1300">
              <a:solidFill>
                <a:schemeClr val="dk1"/>
              </a:solidFill>
              <a:latin typeface="+mj-ea"/>
              <a:ea typeface="+mj-ea"/>
              <a:cs typeface="Roboto Condensed"/>
              <a:sym typeface="Roboto Condensed"/>
            </a:endParaRPr>
          </a:p>
        </p:txBody>
      </p:sp>
      <p:cxnSp>
        <p:nvCxnSpPr>
          <p:cNvPr id="545" name="Google Shape;545;p25"/>
          <p:cNvCxnSpPr>
            <a:stCxn id="539" idx="3"/>
          </p:cNvCxnSpPr>
          <p:nvPr/>
        </p:nvCxnSpPr>
        <p:spPr>
          <a:xfrm>
            <a:off x="2593387" y="3552875"/>
            <a:ext cx="837300" cy="600"/>
          </a:xfrm>
          <a:prstGeom prst="straightConnector1">
            <a:avLst/>
          </a:prstGeom>
          <a:noFill/>
          <a:ln w="19050" cap="flat" cmpd="sng">
            <a:solidFill>
              <a:schemeClr val="dk2"/>
            </a:solidFill>
            <a:prstDash val="solid"/>
            <a:round/>
            <a:headEnd type="none" w="med" len="med"/>
            <a:tailEnd type="none" w="med" len="med"/>
          </a:ln>
        </p:spPr>
      </p:cxnSp>
      <p:cxnSp>
        <p:nvCxnSpPr>
          <p:cNvPr id="546" name="Google Shape;546;p25"/>
          <p:cNvCxnSpPr>
            <a:stCxn id="547" idx="3"/>
            <a:endCxn id="539" idx="1"/>
          </p:cNvCxnSpPr>
          <p:nvPr/>
        </p:nvCxnSpPr>
        <p:spPr>
          <a:xfrm>
            <a:off x="1329787" y="3552875"/>
            <a:ext cx="756000" cy="0"/>
          </a:xfrm>
          <a:prstGeom prst="straightConnector1">
            <a:avLst/>
          </a:prstGeom>
          <a:noFill/>
          <a:ln w="19050" cap="flat" cmpd="sng">
            <a:solidFill>
              <a:schemeClr val="dk2"/>
            </a:solidFill>
            <a:prstDash val="solid"/>
            <a:round/>
            <a:headEnd type="none" w="med" len="med"/>
            <a:tailEnd type="none" w="med" len="med"/>
          </a:ln>
        </p:spPr>
      </p:cxnSp>
      <p:pic>
        <p:nvPicPr>
          <p:cNvPr id="548" name="Google Shape;548;p25"/>
          <p:cNvPicPr preferRelativeResize="0"/>
          <p:nvPr/>
        </p:nvPicPr>
        <p:blipFill>
          <a:blip r:embed="rId9">
            <a:alphaModFix/>
          </a:blip>
          <a:stretch>
            <a:fillRect/>
          </a:stretch>
        </p:blipFill>
        <p:spPr>
          <a:xfrm>
            <a:off x="918625" y="3392813"/>
            <a:ext cx="472499" cy="472530"/>
          </a:xfrm>
          <a:prstGeom prst="rect">
            <a:avLst/>
          </a:prstGeom>
          <a:noFill/>
          <a:ln>
            <a:noFill/>
          </a:ln>
        </p:spPr>
      </p:pic>
      <p:pic>
        <p:nvPicPr>
          <p:cNvPr id="549" name="Google Shape;549;p25"/>
          <p:cNvPicPr preferRelativeResize="0"/>
          <p:nvPr/>
        </p:nvPicPr>
        <p:blipFill>
          <a:blip r:embed="rId10">
            <a:alphaModFix/>
          </a:blip>
          <a:stretch>
            <a:fillRect/>
          </a:stretch>
        </p:blipFill>
        <p:spPr>
          <a:xfrm>
            <a:off x="2205075" y="4381225"/>
            <a:ext cx="304800" cy="304800"/>
          </a:xfrm>
          <a:prstGeom prst="rect">
            <a:avLst/>
          </a:prstGeom>
          <a:noFill/>
          <a:ln>
            <a:noFill/>
          </a:ln>
        </p:spPr>
      </p:pic>
      <p:sp>
        <p:nvSpPr>
          <p:cNvPr id="550" name="Google Shape;550;p25"/>
          <p:cNvSpPr txBox="1"/>
          <p:nvPr/>
        </p:nvSpPr>
        <p:spPr>
          <a:xfrm>
            <a:off x="1329775" y="2608288"/>
            <a:ext cx="727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900" b="1">
                <a:solidFill>
                  <a:schemeClr val="dk1"/>
                </a:solidFill>
                <a:latin typeface="+mj-ea"/>
                <a:ea typeface="+mj-ea"/>
                <a:cs typeface="Roboto Condensed"/>
                <a:sym typeface="Roboto Condensed"/>
              </a:rPr>
              <a:t>Router</a:t>
            </a:r>
            <a:endParaRPr sz="1500">
              <a:solidFill>
                <a:schemeClr val="dk1"/>
              </a:solidFill>
              <a:latin typeface="+mj-ea"/>
              <a:ea typeface="+mj-ea"/>
              <a:cs typeface="Roboto Condensed"/>
              <a:sym typeface="Roboto Condensed"/>
            </a:endParaRPr>
          </a:p>
        </p:txBody>
      </p:sp>
      <p:sp>
        <p:nvSpPr>
          <p:cNvPr id="551" name="Google Shape;551;p25"/>
          <p:cNvSpPr txBox="1"/>
          <p:nvPr/>
        </p:nvSpPr>
        <p:spPr>
          <a:xfrm>
            <a:off x="4840600" y="1231488"/>
            <a:ext cx="5604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900" b="1">
                <a:solidFill>
                  <a:schemeClr val="dk1"/>
                </a:solidFill>
                <a:latin typeface="+mj-ea"/>
                <a:ea typeface="+mj-ea"/>
                <a:cs typeface="Roboto Condensed"/>
                <a:sym typeface="Roboto Condensed"/>
              </a:rPr>
              <a:t>Switch</a:t>
            </a:r>
            <a:endParaRPr sz="1500">
              <a:solidFill>
                <a:schemeClr val="dk1"/>
              </a:solidFill>
              <a:latin typeface="+mj-ea"/>
              <a:ea typeface="+mj-ea"/>
              <a:cs typeface="Roboto Condensed"/>
              <a:sym typeface="Roboto Condense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26"/>
          <p:cNvSpPr/>
          <p:nvPr/>
        </p:nvSpPr>
        <p:spPr>
          <a:xfrm>
            <a:off x="6950755" y="2156200"/>
            <a:ext cx="1475700" cy="1590000"/>
          </a:xfrm>
          <a:prstGeom prst="roundRect">
            <a:avLst>
              <a:gd name="adj" fmla="val 16667"/>
            </a:avLst>
          </a:prstGeom>
          <a:no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557" name="Google Shape;557;p26"/>
          <p:cNvSpPr/>
          <p:nvPr/>
        </p:nvSpPr>
        <p:spPr>
          <a:xfrm>
            <a:off x="4452650" y="2171900"/>
            <a:ext cx="1063200" cy="1590000"/>
          </a:xfrm>
          <a:prstGeom prst="roundRect">
            <a:avLst>
              <a:gd name="adj" fmla="val 16667"/>
            </a:avLst>
          </a:prstGeom>
          <a:noFill/>
          <a:ln w="19050"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cxnSp>
        <p:nvCxnSpPr>
          <p:cNvPr id="558" name="Google Shape;558;p26"/>
          <p:cNvCxnSpPr>
            <a:stCxn id="559" idx="3"/>
            <a:endCxn id="560" idx="1"/>
          </p:cNvCxnSpPr>
          <p:nvPr/>
        </p:nvCxnSpPr>
        <p:spPr>
          <a:xfrm>
            <a:off x="5515778" y="2961477"/>
            <a:ext cx="469500" cy="0"/>
          </a:xfrm>
          <a:prstGeom prst="straightConnector1">
            <a:avLst/>
          </a:prstGeom>
          <a:noFill/>
          <a:ln w="19050" cap="flat" cmpd="sng">
            <a:solidFill>
              <a:schemeClr val="dk2"/>
            </a:solidFill>
            <a:prstDash val="solid"/>
            <a:round/>
            <a:headEnd type="none" w="med" len="med"/>
            <a:tailEnd type="none" w="med" len="med"/>
          </a:ln>
        </p:spPr>
      </p:cxnSp>
      <p:sp>
        <p:nvSpPr>
          <p:cNvPr id="561" name="Google Shape;561;p26"/>
          <p:cNvSpPr txBox="1">
            <a:spLocks noGrp="1"/>
          </p:cNvSpPr>
          <p:nvPr>
            <p:ph type="title"/>
          </p:nvPr>
        </p:nvSpPr>
        <p:spPr>
          <a:xfrm>
            <a:off x="814275" y="392575"/>
            <a:ext cx="54936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ko" sz="2500">
                <a:latin typeface="+mj-ea"/>
                <a:ea typeface="+mj-ea"/>
              </a:rPr>
              <a:t>기업 외부에서 웹 서버 구성도 </a:t>
            </a:r>
            <a:r>
              <a:rPr lang="ko" sz="1500">
                <a:solidFill>
                  <a:schemeClr val="accent5"/>
                </a:solidFill>
                <a:latin typeface="+mj-ea"/>
                <a:ea typeface="+mj-ea"/>
              </a:rPr>
              <a:t>- 서버 호스팅</a:t>
            </a:r>
            <a:endParaRPr sz="1500">
              <a:solidFill>
                <a:schemeClr val="accent5"/>
              </a:solidFill>
              <a:latin typeface="+mj-ea"/>
              <a:ea typeface="+mj-ea"/>
            </a:endParaRPr>
          </a:p>
        </p:txBody>
      </p:sp>
      <p:sp>
        <p:nvSpPr>
          <p:cNvPr id="562" name="Google Shape;562;p26"/>
          <p:cNvSpPr txBox="1"/>
          <p:nvPr/>
        </p:nvSpPr>
        <p:spPr>
          <a:xfrm>
            <a:off x="6805375" y="1933625"/>
            <a:ext cx="16791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1300" b="1">
                <a:solidFill>
                  <a:schemeClr val="dk1"/>
                </a:solidFill>
                <a:highlight>
                  <a:srgbClr val="D9D9D9"/>
                </a:highlight>
                <a:latin typeface="+mj-ea"/>
                <a:ea typeface="+mj-ea"/>
                <a:cs typeface="Roboto Condensed"/>
                <a:sym typeface="Roboto Condensed"/>
              </a:rPr>
              <a:t>호스팅 업체 서버</a:t>
            </a:r>
            <a:endParaRPr sz="1900">
              <a:solidFill>
                <a:schemeClr val="dk1"/>
              </a:solidFill>
              <a:highlight>
                <a:srgbClr val="D9D9D9"/>
              </a:highlight>
              <a:latin typeface="+mj-ea"/>
              <a:ea typeface="+mj-ea"/>
              <a:cs typeface="Roboto Condensed"/>
              <a:sym typeface="Roboto Condensed"/>
            </a:endParaRPr>
          </a:p>
        </p:txBody>
      </p:sp>
      <p:sp>
        <p:nvSpPr>
          <p:cNvPr id="563" name="Google Shape;563;p26"/>
          <p:cNvSpPr txBox="1"/>
          <p:nvPr/>
        </p:nvSpPr>
        <p:spPr>
          <a:xfrm>
            <a:off x="659050" y="3156325"/>
            <a:ext cx="5229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900" b="1">
                <a:solidFill>
                  <a:schemeClr val="dk1"/>
                </a:solidFill>
                <a:latin typeface="+mj-ea"/>
                <a:ea typeface="+mj-ea"/>
                <a:cs typeface="Roboto Condensed"/>
                <a:sym typeface="Roboto Condensed"/>
              </a:rPr>
              <a:t>Client</a:t>
            </a:r>
            <a:endParaRPr>
              <a:solidFill>
                <a:schemeClr val="dk1"/>
              </a:solidFill>
              <a:latin typeface="+mj-ea"/>
              <a:ea typeface="+mj-ea"/>
              <a:cs typeface="Roboto Condensed"/>
              <a:sym typeface="Roboto Condensed"/>
            </a:endParaRPr>
          </a:p>
        </p:txBody>
      </p:sp>
      <p:cxnSp>
        <p:nvCxnSpPr>
          <p:cNvPr id="564" name="Google Shape;564;p26"/>
          <p:cNvCxnSpPr>
            <a:endCxn id="565" idx="1"/>
          </p:cNvCxnSpPr>
          <p:nvPr/>
        </p:nvCxnSpPr>
        <p:spPr>
          <a:xfrm>
            <a:off x="3059250" y="2959378"/>
            <a:ext cx="387600" cy="2100"/>
          </a:xfrm>
          <a:prstGeom prst="straightConnector1">
            <a:avLst/>
          </a:prstGeom>
          <a:noFill/>
          <a:ln w="19050" cap="flat" cmpd="sng">
            <a:solidFill>
              <a:schemeClr val="dk2"/>
            </a:solidFill>
            <a:prstDash val="solid"/>
            <a:round/>
            <a:headEnd type="none" w="med" len="med"/>
            <a:tailEnd type="none" w="med" len="med"/>
          </a:ln>
        </p:spPr>
      </p:cxnSp>
      <p:cxnSp>
        <p:nvCxnSpPr>
          <p:cNvPr id="566" name="Google Shape;566;p26"/>
          <p:cNvCxnSpPr>
            <a:stCxn id="565" idx="3"/>
            <a:endCxn id="559" idx="1"/>
          </p:cNvCxnSpPr>
          <p:nvPr/>
        </p:nvCxnSpPr>
        <p:spPr>
          <a:xfrm>
            <a:off x="3919350" y="2961478"/>
            <a:ext cx="543300" cy="0"/>
          </a:xfrm>
          <a:prstGeom prst="straightConnector1">
            <a:avLst/>
          </a:prstGeom>
          <a:noFill/>
          <a:ln w="19050" cap="flat" cmpd="sng">
            <a:solidFill>
              <a:schemeClr val="dk2"/>
            </a:solidFill>
            <a:prstDash val="solid"/>
            <a:round/>
            <a:headEnd type="none" w="med" len="med"/>
            <a:tailEnd type="none" w="med" len="med"/>
          </a:ln>
        </p:spPr>
      </p:cxnSp>
      <p:sp>
        <p:nvSpPr>
          <p:cNvPr id="567" name="Google Shape;567;p26"/>
          <p:cNvSpPr txBox="1"/>
          <p:nvPr/>
        </p:nvSpPr>
        <p:spPr>
          <a:xfrm>
            <a:off x="2369327" y="4139075"/>
            <a:ext cx="12894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900" b="1">
                <a:solidFill>
                  <a:schemeClr val="dk1"/>
                </a:solidFill>
                <a:latin typeface="+mj-ea"/>
                <a:ea typeface="+mj-ea"/>
                <a:cs typeface="Roboto Condensed"/>
                <a:sym typeface="Roboto Condensed"/>
              </a:rPr>
              <a:t>자체보안관제센터</a:t>
            </a:r>
            <a:endParaRPr sz="1500">
              <a:solidFill>
                <a:schemeClr val="dk1"/>
              </a:solidFill>
              <a:latin typeface="+mj-ea"/>
              <a:ea typeface="+mj-ea"/>
              <a:cs typeface="Roboto Condensed"/>
              <a:sym typeface="Roboto Condensed"/>
            </a:endParaRPr>
          </a:p>
        </p:txBody>
      </p:sp>
      <p:cxnSp>
        <p:nvCxnSpPr>
          <p:cNvPr id="568" name="Google Shape;568;p26"/>
          <p:cNvCxnSpPr>
            <a:stCxn id="569" idx="3"/>
          </p:cNvCxnSpPr>
          <p:nvPr/>
        </p:nvCxnSpPr>
        <p:spPr>
          <a:xfrm>
            <a:off x="1163550" y="2950461"/>
            <a:ext cx="1540200" cy="1500"/>
          </a:xfrm>
          <a:prstGeom prst="straightConnector1">
            <a:avLst/>
          </a:prstGeom>
          <a:noFill/>
          <a:ln w="19050" cap="flat" cmpd="sng">
            <a:solidFill>
              <a:schemeClr val="dk2"/>
            </a:solidFill>
            <a:prstDash val="solid"/>
            <a:round/>
            <a:headEnd type="none" w="med" len="med"/>
            <a:tailEnd type="none" w="med" len="med"/>
          </a:ln>
        </p:spPr>
      </p:cxnSp>
      <p:cxnSp>
        <p:nvCxnSpPr>
          <p:cNvPr id="570" name="Google Shape;570;p26"/>
          <p:cNvCxnSpPr>
            <a:stCxn id="571" idx="0"/>
            <a:endCxn id="572" idx="2"/>
          </p:cNvCxnSpPr>
          <p:nvPr/>
        </p:nvCxnSpPr>
        <p:spPr>
          <a:xfrm rot="10800000" flipH="1">
            <a:off x="2875478" y="3055200"/>
            <a:ext cx="5100" cy="594900"/>
          </a:xfrm>
          <a:prstGeom prst="straightConnector1">
            <a:avLst/>
          </a:prstGeom>
          <a:noFill/>
          <a:ln w="19050" cap="flat" cmpd="sng">
            <a:solidFill>
              <a:schemeClr val="dk2"/>
            </a:solidFill>
            <a:prstDash val="solid"/>
            <a:round/>
            <a:headEnd type="none" w="med" len="med"/>
            <a:tailEnd type="none" w="med" len="med"/>
          </a:ln>
        </p:spPr>
      </p:cxnSp>
      <p:sp>
        <p:nvSpPr>
          <p:cNvPr id="573" name="Google Shape;573;p26"/>
          <p:cNvSpPr txBox="1"/>
          <p:nvPr/>
        </p:nvSpPr>
        <p:spPr>
          <a:xfrm>
            <a:off x="1077850" y="1964513"/>
            <a:ext cx="727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900" b="1">
                <a:solidFill>
                  <a:schemeClr val="dk1"/>
                </a:solidFill>
                <a:latin typeface="+mj-ea"/>
                <a:ea typeface="+mj-ea"/>
                <a:cs typeface="Roboto Condensed"/>
                <a:sym typeface="Roboto Condensed"/>
              </a:rPr>
              <a:t>업체 DNS</a:t>
            </a:r>
            <a:endParaRPr sz="1500">
              <a:solidFill>
                <a:schemeClr val="dk1"/>
              </a:solidFill>
              <a:latin typeface="+mj-ea"/>
              <a:ea typeface="+mj-ea"/>
              <a:cs typeface="Roboto Condensed"/>
              <a:sym typeface="Roboto Condensed"/>
            </a:endParaRPr>
          </a:p>
        </p:txBody>
      </p:sp>
      <p:sp>
        <p:nvSpPr>
          <p:cNvPr id="574" name="Google Shape;574;p26"/>
          <p:cNvSpPr txBox="1"/>
          <p:nvPr/>
        </p:nvSpPr>
        <p:spPr>
          <a:xfrm>
            <a:off x="4226624" y="1933600"/>
            <a:ext cx="15006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1300" b="1">
                <a:solidFill>
                  <a:schemeClr val="dk1"/>
                </a:solidFill>
                <a:highlight>
                  <a:srgbClr val="D9D9D9"/>
                </a:highlight>
                <a:latin typeface="+mj-ea"/>
                <a:ea typeface="+mj-ea"/>
                <a:cs typeface="Roboto Condensed"/>
                <a:sym typeface="Roboto Condensed"/>
              </a:rPr>
              <a:t>백본 스위치</a:t>
            </a:r>
            <a:endParaRPr sz="1300">
              <a:solidFill>
                <a:schemeClr val="dk1"/>
              </a:solidFill>
              <a:latin typeface="+mj-ea"/>
              <a:ea typeface="+mj-ea"/>
              <a:cs typeface="Roboto Condensed"/>
              <a:sym typeface="Roboto Condensed"/>
            </a:endParaRPr>
          </a:p>
        </p:txBody>
      </p:sp>
      <p:pic>
        <p:nvPicPr>
          <p:cNvPr id="575" name="Google Shape;575;p26"/>
          <p:cNvPicPr preferRelativeResize="0"/>
          <p:nvPr/>
        </p:nvPicPr>
        <p:blipFill>
          <a:blip r:embed="rId3">
            <a:alphaModFix/>
          </a:blip>
          <a:stretch>
            <a:fillRect/>
          </a:stretch>
        </p:blipFill>
        <p:spPr>
          <a:xfrm>
            <a:off x="4613022" y="2487715"/>
            <a:ext cx="727800" cy="1001570"/>
          </a:xfrm>
          <a:prstGeom prst="rect">
            <a:avLst/>
          </a:prstGeom>
          <a:noFill/>
          <a:ln>
            <a:noFill/>
          </a:ln>
        </p:spPr>
      </p:pic>
      <p:pic>
        <p:nvPicPr>
          <p:cNvPr id="571" name="Google Shape;571;p26"/>
          <p:cNvPicPr preferRelativeResize="0"/>
          <p:nvPr/>
        </p:nvPicPr>
        <p:blipFill>
          <a:blip r:embed="rId4">
            <a:alphaModFix/>
          </a:blip>
          <a:stretch>
            <a:fillRect/>
          </a:stretch>
        </p:blipFill>
        <p:spPr>
          <a:xfrm>
            <a:off x="2637352" y="3650100"/>
            <a:ext cx="476251" cy="476251"/>
          </a:xfrm>
          <a:prstGeom prst="rect">
            <a:avLst/>
          </a:prstGeom>
          <a:noFill/>
          <a:ln>
            <a:noFill/>
          </a:ln>
        </p:spPr>
      </p:pic>
      <p:sp>
        <p:nvSpPr>
          <p:cNvPr id="576" name="Google Shape;576;p26"/>
          <p:cNvSpPr txBox="1"/>
          <p:nvPr/>
        </p:nvSpPr>
        <p:spPr>
          <a:xfrm>
            <a:off x="5858973" y="3163986"/>
            <a:ext cx="697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800" b="1">
                <a:solidFill>
                  <a:schemeClr val="dk1"/>
                </a:solidFill>
                <a:latin typeface="+mj-ea"/>
                <a:ea typeface="+mj-ea"/>
                <a:cs typeface="Roboto Condensed"/>
                <a:sym typeface="Roboto Condensed"/>
              </a:rPr>
              <a:t>S/W</a:t>
            </a:r>
            <a:endParaRPr sz="800" b="1">
              <a:solidFill>
                <a:schemeClr val="dk1"/>
              </a:solidFill>
              <a:latin typeface="+mj-ea"/>
              <a:ea typeface="+mj-ea"/>
              <a:cs typeface="Roboto Condensed"/>
              <a:sym typeface="Roboto Condensed"/>
            </a:endParaRPr>
          </a:p>
        </p:txBody>
      </p:sp>
      <p:pic>
        <p:nvPicPr>
          <p:cNvPr id="569" name="Google Shape;569;p26"/>
          <p:cNvPicPr preferRelativeResize="0"/>
          <p:nvPr/>
        </p:nvPicPr>
        <p:blipFill>
          <a:blip r:embed="rId5">
            <a:alphaModFix/>
          </a:blip>
          <a:stretch>
            <a:fillRect/>
          </a:stretch>
        </p:blipFill>
        <p:spPr>
          <a:xfrm>
            <a:off x="687300" y="2712336"/>
            <a:ext cx="476250" cy="476250"/>
          </a:xfrm>
          <a:prstGeom prst="rect">
            <a:avLst/>
          </a:prstGeom>
          <a:noFill/>
          <a:ln>
            <a:noFill/>
          </a:ln>
        </p:spPr>
      </p:pic>
      <p:pic>
        <p:nvPicPr>
          <p:cNvPr id="560" name="Google Shape;560;p26"/>
          <p:cNvPicPr preferRelativeResize="0"/>
          <p:nvPr/>
        </p:nvPicPr>
        <p:blipFill>
          <a:blip r:embed="rId6">
            <a:alphaModFix/>
          </a:blip>
          <a:stretch>
            <a:fillRect/>
          </a:stretch>
        </p:blipFill>
        <p:spPr>
          <a:xfrm>
            <a:off x="5985278" y="2739177"/>
            <a:ext cx="444600" cy="444600"/>
          </a:xfrm>
          <a:prstGeom prst="rect">
            <a:avLst/>
          </a:prstGeom>
          <a:noFill/>
          <a:ln>
            <a:noFill/>
          </a:ln>
        </p:spPr>
      </p:pic>
      <p:cxnSp>
        <p:nvCxnSpPr>
          <p:cNvPr id="577" name="Google Shape;577;p26"/>
          <p:cNvCxnSpPr>
            <a:stCxn id="560" idx="3"/>
            <a:endCxn id="556" idx="1"/>
          </p:cNvCxnSpPr>
          <p:nvPr/>
        </p:nvCxnSpPr>
        <p:spPr>
          <a:xfrm rot="10800000" flipH="1">
            <a:off x="6429878" y="2951277"/>
            <a:ext cx="520800" cy="10200"/>
          </a:xfrm>
          <a:prstGeom prst="straightConnector1">
            <a:avLst/>
          </a:prstGeom>
          <a:noFill/>
          <a:ln w="19050" cap="flat" cmpd="sng">
            <a:solidFill>
              <a:schemeClr val="dk2"/>
            </a:solidFill>
            <a:prstDash val="solid"/>
            <a:round/>
            <a:headEnd type="none" w="med" len="med"/>
            <a:tailEnd type="none" w="med" len="med"/>
          </a:ln>
        </p:spPr>
      </p:cxnSp>
      <p:cxnSp>
        <p:nvCxnSpPr>
          <p:cNvPr id="578" name="Google Shape;578;p26"/>
          <p:cNvCxnSpPr/>
          <p:nvPr/>
        </p:nvCxnSpPr>
        <p:spPr>
          <a:xfrm>
            <a:off x="920350" y="2341950"/>
            <a:ext cx="300" cy="385800"/>
          </a:xfrm>
          <a:prstGeom prst="straightConnector1">
            <a:avLst/>
          </a:prstGeom>
          <a:noFill/>
          <a:ln w="19050" cap="flat" cmpd="sng">
            <a:solidFill>
              <a:schemeClr val="dk2"/>
            </a:solidFill>
            <a:prstDash val="solid"/>
            <a:round/>
            <a:headEnd type="none" w="med" len="med"/>
            <a:tailEnd type="none" w="med" len="med"/>
          </a:ln>
        </p:spPr>
      </p:cxnSp>
      <p:grpSp>
        <p:nvGrpSpPr>
          <p:cNvPr id="579" name="Google Shape;579;p26"/>
          <p:cNvGrpSpPr/>
          <p:nvPr/>
        </p:nvGrpSpPr>
        <p:grpSpPr>
          <a:xfrm>
            <a:off x="2689567" y="2617207"/>
            <a:ext cx="507822" cy="438131"/>
            <a:chOff x="5679953" y="2403782"/>
            <a:chExt cx="507822" cy="438131"/>
          </a:xfrm>
        </p:grpSpPr>
        <p:pic>
          <p:nvPicPr>
            <p:cNvPr id="572" name="Google Shape;572;p26"/>
            <p:cNvPicPr preferRelativeResize="0"/>
            <p:nvPr/>
          </p:nvPicPr>
          <p:blipFill>
            <a:blip r:embed="rId7">
              <a:alphaModFix/>
            </a:blip>
            <a:stretch>
              <a:fillRect/>
            </a:stretch>
          </p:blipFill>
          <p:spPr>
            <a:xfrm>
              <a:off x="5679953" y="2460013"/>
              <a:ext cx="381900" cy="381900"/>
            </a:xfrm>
            <a:prstGeom prst="rect">
              <a:avLst/>
            </a:prstGeom>
            <a:noFill/>
            <a:ln>
              <a:noFill/>
            </a:ln>
          </p:spPr>
        </p:pic>
        <p:sp>
          <p:nvSpPr>
            <p:cNvPr id="580" name="Google Shape;580;p26"/>
            <p:cNvSpPr/>
            <p:nvPr/>
          </p:nvSpPr>
          <p:spPr>
            <a:xfrm>
              <a:off x="5749175" y="2403782"/>
              <a:ext cx="438600" cy="281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grpSp>
      <p:sp>
        <p:nvSpPr>
          <p:cNvPr id="581" name="Google Shape;581;p26"/>
          <p:cNvSpPr txBox="1"/>
          <p:nvPr/>
        </p:nvSpPr>
        <p:spPr>
          <a:xfrm>
            <a:off x="3281345" y="2471714"/>
            <a:ext cx="7278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ko" sz="900" b="1">
                <a:solidFill>
                  <a:schemeClr val="dk1"/>
                </a:solidFill>
                <a:latin typeface="+mj-ea"/>
                <a:ea typeface="+mj-ea"/>
                <a:cs typeface="Roboto Condensed"/>
                <a:sym typeface="Roboto Condensed"/>
              </a:rPr>
              <a:t>방화벽</a:t>
            </a:r>
            <a:endParaRPr sz="1500">
              <a:solidFill>
                <a:schemeClr val="dk1"/>
              </a:solidFill>
              <a:latin typeface="+mj-ea"/>
              <a:ea typeface="+mj-ea"/>
              <a:cs typeface="Roboto Condensed"/>
              <a:sym typeface="Roboto Condensed"/>
            </a:endParaRPr>
          </a:p>
        </p:txBody>
      </p:sp>
      <p:pic>
        <p:nvPicPr>
          <p:cNvPr id="565" name="Google Shape;565;p26"/>
          <p:cNvPicPr preferRelativeResize="0"/>
          <p:nvPr/>
        </p:nvPicPr>
        <p:blipFill>
          <a:blip r:embed="rId8">
            <a:alphaModFix/>
          </a:blip>
          <a:stretch>
            <a:fillRect/>
          </a:stretch>
        </p:blipFill>
        <p:spPr>
          <a:xfrm>
            <a:off x="3446850" y="2725213"/>
            <a:ext cx="472499" cy="472530"/>
          </a:xfrm>
          <a:prstGeom prst="rect">
            <a:avLst/>
          </a:prstGeom>
          <a:noFill/>
          <a:ln>
            <a:noFill/>
          </a:ln>
        </p:spPr>
      </p:pic>
      <p:pic>
        <p:nvPicPr>
          <p:cNvPr id="582" name="Google Shape;582;p26"/>
          <p:cNvPicPr preferRelativeResize="0"/>
          <p:nvPr/>
        </p:nvPicPr>
        <p:blipFill>
          <a:blip r:embed="rId9">
            <a:alphaModFix/>
          </a:blip>
          <a:stretch>
            <a:fillRect/>
          </a:stretch>
        </p:blipFill>
        <p:spPr>
          <a:xfrm>
            <a:off x="675525" y="1842150"/>
            <a:ext cx="499800" cy="499800"/>
          </a:xfrm>
          <a:prstGeom prst="rect">
            <a:avLst/>
          </a:prstGeom>
          <a:noFill/>
          <a:ln>
            <a:noFill/>
          </a:ln>
        </p:spPr>
      </p:pic>
      <p:pic>
        <p:nvPicPr>
          <p:cNvPr id="583" name="Google Shape;583;p26"/>
          <p:cNvPicPr preferRelativeResize="0"/>
          <p:nvPr/>
        </p:nvPicPr>
        <p:blipFill>
          <a:blip r:embed="rId10">
            <a:alphaModFix/>
          </a:blip>
          <a:stretch>
            <a:fillRect/>
          </a:stretch>
        </p:blipFill>
        <p:spPr>
          <a:xfrm>
            <a:off x="7203050" y="2464900"/>
            <a:ext cx="971100" cy="971100"/>
          </a:xfrm>
          <a:prstGeom prst="rect">
            <a:avLst/>
          </a:prstGeom>
          <a:noFill/>
          <a:ln>
            <a:noFill/>
          </a:ln>
        </p:spPr>
      </p:pic>
      <p:sp>
        <p:nvSpPr>
          <p:cNvPr id="584" name="Google Shape;584;p26"/>
          <p:cNvSpPr txBox="1"/>
          <p:nvPr/>
        </p:nvSpPr>
        <p:spPr>
          <a:xfrm>
            <a:off x="2621736" y="2594641"/>
            <a:ext cx="727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ko" sz="900" b="1">
                <a:solidFill>
                  <a:schemeClr val="dk1"/>
                </a:solidFill>
                <a:latin typeface="+mj-ea"/>
                <a:ea typeface="+mj-ea"/>
                <a:cs typeface="Roboto Condensed"/>
                <a:sym typeface="Roboto Condensed"/>
              </a:rPr>
              <a:t>라우터</a:t>
            </a:r>
            <a:endParaRPr sz="1500">
              <a:solidFill>
                <a:schemeClr val="dk1"/>
              </a:solidFill>
              <a:latin typeface="+mj-ea"/>
              <a:ea typeface="+mj-ea"/>
              <a:cs typeface="Roboto Condensed"/>
              <a:sym typeface="Roboto Condense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27"/>
          <p:cNvSpPr/>
          <p:nvPr/>
        </p:nvSpPr>
        <p:spPr>
          <a:xfrm>
            <a:off x="6647495" y="1909408"/>
            <a:ext cx="1619700" cy="1619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590" name="Google Shape;590;p27"/>
          <p:cNvSpPr/>
          <p:nvPr/>
        </p:nvSpPr>
        <p:spPr>
          <a:xfrm>
            <a:off x="969991" y="1909396"/>
            <a:ext cx="1619700" cy="161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591" name="Google Shape;591;p27"/>
          <p:cNvSpPr/>
          <p:nvPr/>
        </p:nvSpPr>
        <p:spPr>
          <a:xfrm>
            <a:off x="3808745" y="1909408"/>
            <a:ext cx="1619700" cy="16197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latin typeface="+mj-ea"/>
              <a:ea typeface="+mj-ea"/>
            </a:endParaRPr>
          </a:p>
        </p:txBody>
      </p:sp>
      <p:sp>
        <p:nvSpPr>
          <p:cNvPr id="592" name="Google Shape;592;p27"/>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a:latin typeface="+mj-ea"/>
                <a:ea typeface="+mj-ea"/>
              </a:rPr>
              <a:t>서버 호스팅의 장점</a:t>
            </a:r>
            <a:endParaRPr sz="2500">
              <a:latin typeface="+mj-ea"/>
              <a:ea typeface="+mj-ea"/>
            </a:endParaRPr>
          </a:p>
        </p:txBody>
      </p:sp>
      <p:sp>
        <p:nvSpPr>
          <p:cNvPr id="593" name="Google Shape;593;p27"/>
          <p:cNvSpPr txBox="1">
            <a:spLocks noGrp="1"/>
          </p:cNvSpPr>
          <p:nvPr>
            <p:ph type="body" idx="1"/>
          </p:nvPr>
        </p:nvSpPr>
        <p:spPr>
          <a:xfrm>
            <a:off x="125650" y="3443800"/>
            <a:ext cx="3308400" cy="1162800"/>
          </a:xfrm>
          <a:prstGeom prst="rect">
            <a:avLst/>
          </a:prstGeom>
        </p:spPr>
        <p:txBody>
          <a:bodyPr spcFirstLastPara="1" wrap="square" lIns="91425" tIns="91425" rIns="91425" bIns="91425" anchor="ctr" anchorCtr="0">
            <a:noAutofit/>
          </a:bodyPr>
          <a:lstStyle/>
          <a:p>
            <a:pPr marL="0" lvl="0" indent="0" algn="ctr" rtl="0">
              <a:spcBef>
                <a:spcPts val="600"/>
              </a:spcBef>
              <a:spcAft>
                <a:spcPts val="1000"/>
              </a:spcAft>
              <a:buNone/>
            </a:pPr>
            <a:r>
              <a:rPr lang="ko">
                <a:latin typeface="+mj-ea"/>
                <a:ea typeface="+mj-ea"/>
                <a:cs typeface="Roboto Condensed"/>
                <a:sym typeface="Roboto Condensed"/>
              </a:rPr>
              <a:t>다양한 선택지</a:t>
            </a:r>
            <a:endParaRPr>
              <a:latin typeface="+mj-ea"/>
              <a:ea typeface="+mj-ea"/>
              <a:cs typeface="Roboto Condensed"/>
              <a:sym typeface="Roboto Condensed"/>
            </a:endParaRPr>
          </a:p>
        </p:txBody>
      </p:sp>
      <p:sp>
        <p:nvSpPr>
          <p:cNvPr id="594" name="Google Shape;594;p27"/>
          <p:cNvSpPr txBox="1">
            <a:spLocks noGrp="1"/>
          </p:cNvSpPr>
          <p:nvPr>
            <p:ph type="body" idx="1"/>
          </p:nvPr>
        </p:nvSpPr>
        <p:spPr>
          <a:xfrm>
            <a:off x="3187950" y="3444700"/>
            <a:ext cx="2768100" cy="1161900"/>
          </a:xfrm>
          <a:prstGeom prst="rect">
            <a:avLst/>
          </a:prstGeom>
        </p:spPr>
        <p:txBody>
          <a:bodyPr spcFirstLastPara="1" wrap="square" lIns="91425" tIns="91425" rIns="91425" bIns="91425" anchor="ctr" anchorCtr="0">
            <a:noAutofit/>
          </a:bodyPr>
          <a:lstStyle/>
          <a:p>
            <a:pPr marL="0" lvl="0" indent="0" algn="ctr" rtl="0">
              <a:spcBef>
                <a:spcPts val="600"/>
              </a:spcBef>
              <a:spcAft>
                <a:spcPts val="1000"/>
              </a:spcAft>
              <a:buNone/>
            </a:pPr>
            <a:r>
              <a:rPr lang="ko">
                <a:latin typeface="+mj-ea"/>
                <a:ea typeface="+mj-ea"/>
                <a:cs typeface="Roboto Condensed"/>
                <a:sym typeface="Roboto Condensed"/>
              </a:rPr>
              <a:t>서버 사용에 집중</a:t>
            </a:r>
            <a:endParaRPr>
              <a:latin typeface="+mj-ea"/>
              <a:ea typeface="+mj-ea"/>
              <a:cs typeface="Roboto Condensed"/>
              <a:sym typeface="Roboto Condensed"/>
            </a:endParaRPr>
          </a:p>
        </p:txBody>
      </p:sp>
      <p:sp>
        <p:nvSpPr>
          <p:cNvPr id="595" name="Google Shape;595;p27"/>
          <p:cNvSpPr txBox="1">
            <a:spLocks noGrp="1"/>
          </p:cNvSpPr>
          <p:nvPr>
            <p:ph type="body" idx="1"/>
          </p:nvPr>
        </p:nvSpPr>
        <p:spPr>
          <a:xfrm>
            <a:off x="6157825" y="3642100"/>
            <a:ext cx="2768100" cy="766200"/>
          </a:xfrm>
          <a:prstGeom prst="rect">
            <a:avLst/>
          </a:prstGeom>
        </p:spPr>
        <p:txBody>
          <a:bodyPr spcFirstLastPara="1" wrap="square" lIns="91425" tIns="91425" rIns="91425" bIns="91425" anchor="ctr" anchorCtr="0">
            <a:noAutofit/>
          </a:bodyPr>
          <a:lstStyle/>
          <a:p>
            <a:pPr marL="0" lvl="0" indent="0" algn="ctr" rtl="0">
              <a:spcBef>
                <a:spcPts val="600"/>
              </a:spcBef>
              <a:spcAft>
                <a:spcPts val="1000"/>
              </a:spcAft>
              <a:buNone/>
            </a:pPr>
            <a:r>
              <a:rPr lang="ko">
                <a:latin typeface="+mj-ea"/>
                <a:ea typeface="+mj-ea"/>
                <a:cs typeface="Roboto Condensed"/>
                <a:sym typeface="Roboto Condensed"/>
              </a:rPr>
              <a:t>비용 절감</a:t>
            </a:r>
            <a:endParaRPr>
              <a:latin typeface="+mj-ea"/>
              <a:ea typeface="+mj-ea"/>
              <a:cs typeface="Roboto Condensed"/>
              <a:sym typeface="Roboto Condensed"/>
            </a:endParaRPr>
          </a:p>
        </p:txBody>
      </p:sp>
      <p:pic>
        <p:nvPicPr>
          <p:cNvPr id="596" name="Google Shape;596;p27"/>
          <p:cNvPicPr preferRelativeResize="0"/>
          <p:nvPr/>
        </p:nvPicPr>
        <p:blipFill>
          <a:blip r:embed="rId3">
            <a:alphaModFix/>
          </a:blip>
          <a:stretch>
            <a:fillRect/>
          </a:stretch>
        </p:blipFill>
        <p:spPr>
          <a:xfrm>
            <a:off x="6951950" y="2179163"/>
            <a:ext cx="1080175" cy="1080175"/>
          </a:xfrm>
          <a:prstGeom prst="rect">
            <a:avLst/>
          </a:prstGeom>
          <a:noFill/>
          <a:ln>
            <a:noFill/>
          </a:ln>
        </p:spPr>
      </p:pic>
      <p:pic>
        <p:nvPicPr>
          <p:cNvPr id="597" name="Google Shape;597;p27"/>
          <p:cNvPicPr preferRelativeResize="0"/>
          <p:nvPr/>
        </p:nvPicPr>
        <p:blipFill>
          <a:blip r:embed="rId4">
            <a:alphaModFix/>
          </a:blip>
          <a:stretch>
            <a:fillRect/>
          </a:stretch>
        </p:blipFill>
        <p:spPr>
          <a:xfrm>
            <a:off x="1181425" y="2179166"/>
            <a:ext cx="1196850" cy="1196822"/>
          </a:xfrm>
          <a:prstGeom prst="rect">
            <a:avLst/>
          </a:prstGeom>
          <a:noFill/>
          <a:ln>
            <a:noFill/>
          </a:ln>
        </p:spPr>
      </p:pic>
      <p:pic>
        <p:nvPicPr>
          <p:cNvPr id="598" name="Google Shape;598;p27"/>
          <p:cNvPicPr preferRelativeResize="0"/>
          <p:nvPr/>
        </p:nvPicPr>
        <p:blipFill>
          <a:blip r:embed="rId5">
            <a:alphaModFix/>
          </a:blip>
          <a:stretch>
            <a:fillRect/>
          </a:stretch>
        </p:blipFill>
        <p:spPr>
          <a:xfrm>
            <a:off x="4078500" y="2237497"/>
            <a:ext cx="1080175" cy="1080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28"/>
          <p:cNvSpPr/>
          <p:nvPr/>
        </p:nvSpPr>
        <p:spPr>
          <a:xfrm>
            <a:off x="6647495" y="1909408"/>
            <a:ext cx="1619700" cy="1619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604" name="Google Shape;604;p28"/>
          <p:cNvSpPr/>
          <p:nvPr/>
        </p:nvSpPr>
        <p:spPr>
          <a:xfrm>
            <a:off x="3808745" y="1909408"/>
            <a:ext cx="1619700" cy="16197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605" name="Google Shape;605;p28"/>
          <p:cNvSpPr/>
          <p:nvPr/>
        </p:nvSpPr>
        <p:spPr>
          <a:xfrm>
            <a:off x="969991" y="1909396"/>
            <a:ext cx="1619700" cy="161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606" name="Google Shape;606;p28"/>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a:latin typeface="+mj-ea"/>
                <a:ea typeface="+mj-ea"/>
              </a:rPr>
              <a:t>STRATIS란 무엇인가?</a:t>
            </a:r>
            <a:endParaRPr sz="2500">
              <a:latin typeface="+mj-ea"/>
              <a:ea typeface="+mj-ea"/>
            </a:endParaRPr>
          </a:p>
        </p:txBody>
      </p:sp>
      <p:sp>
        <p:nvSpPr>
          <p:cNvPr id="607" name="Google Shape;607;p28"/>
          <p:cNvSpPr txBox="1">
            <a:spLocks noGrp="1"/>
          </p:cNvSpPr>
          <p:nvPr>
            <p:ph type="body" idx="1"/>
          </p:nvPr>
        </p:nvSpPr>
        <p:spPr>
          <a:xfrm>
            <a:off x="125650" y="3535550"/>
            <a:ext cx="3308400" cy="1162800"/>
          </a:xfrm>
          <a:prstGeom prst="rect">
            <a:avLst/>
          </a:prstGeom>
        </p:spPr>
        <p:txBody>
          <a:bodyPr spcFirstLastPara="1" wrap="square" lIns="91425" tIns="91425" rIns="91425" bIns="91425" anchor="t" anchorCtr="0">
            <a:noAutofit/>
          </a:bodyPr>
          <a:lstStyle/>
          <a:p>
            <a:pPr marL="0" lvl="0" indent="0" algn="ctr" rtl="0">
              <a:spcBef>
                <a:spcPts val="600"/>
              </a:spcBef>
              <a:spcAft>
                <a:spcPts val="1000"/>
              </a:spcAft>
              <a:buNone/>
            </a:pPr>
            <a:r>
              <a:rPr lang="ko" dirty="0">
                <a:latin typeface="+mj-ea"/>
                <a:ea typeface="+mj-ea"/>
                <a:cs typeface="Roboto Condensed"/>
                <a:sym typeface="Roboto Condensed"/>
              </a:rPr>
              <a:t>고급 로컬 스토리지 </a:t>
            </a:r>
            <a:endParaRPr lang="en-US" altLang="ko" dirty="0">
              <a:latin typeface="+mj-ea"/>
              <a:ea typeface="+mj-ea"/>
              <a:cs typeface="Roboto Condensed"/>
              <a:sym typeface="Roboto Condensed"/>
            </a:endParaRPr>
          </a:p>
          <a:p>
            <a:pPr marL="0" lvl="0" indent="0" algn="ctr" rtl="0">
              <a:spcBef>
                <a:spcPts val="600"/>
              </a:spcBef>
              <a:spcAft>
                <a:spcPts val="1000"/>
              </a:spcAft>
              <a:buNone/>
            </a:pPr>
            <a:r>
              <a:rPr lang="ko" dirty="0">
                <a:latin typeface="+mj-ea"/>
                <a:ea typeface="+mj-ea"/>
                <a:cs typeface="Roboto Condensed"/>
                <a:sym typeface="Roboto Condensed"/>
              </a:rPr>
              <a:t>관리</a:t>
            </a:r>
            <a:endParaRPr dirty="0">
              <a:latin typeface="+mj-ea"/>
              <a:ea typeface="+mj-ea"/>
              <a:cs typeface="Roboto Condensed"/>
              <a:sym typeface="Roboto Condensed"/>
            </a:endParaRPr>
          </a:p>
        </p:txBody>
      </p:sp>
      <p:sp>
        <p:nvSpPr>
          <p:cNvPr id="608" name="Google Shape;608;p28"/>
          <p:cNvSpPr txBox="1">
            <a:spLocks noGrp="1"/>
          </p:cNvSpPr>
          <p:nvPr>
            <p:ph type="body" idx="1"/>
          </p:nvPr>
        </p:nvSpPr>
        <p:spPr>
          <a:xfrm>
            <a:off x="3187950" y="3536000"/>
            <a:ext cx="2768100" cy="1161900"/>
          </a:xfrm>
          <a:prstGeom prst="rect">
            <a:avLst/>
          </a:prstGeom>
        </p:spPr>
        <p:txBody>
          <a:bodyPr spcFirstLastPara="1" wrap="square" lIns="91425" tIns="91425" rIns="91425" bIns="91425" anchor="t" anchorCtr="0">
            <a:noAutofit/>
          </a:bodyPr>
          <a:lstStyle/>
          <a:p>
            <a:pPr marL="0" lvl="0" indent="0" algn="ctr" rtl="0">
              <a:spcBef>
                <a:spcPts val="600"/>
              </a:spcBef>
              <a:spcAft>
                <a:spcPts val="1000"/>
              </a:spcAft>
              <a:buNone/>
            </a:pPr>
            <a:r>
              <a:rPr lang="ko">
                <a:latin typeface="+mj-ea"/>
                <a:ea typeface="+mj-ea"/>
                <a:cs typeface="Roboto Condensed"/>
                <a:sym typeface="Roboto Condensed"/>
              </a:rPr>
              <a:t>모니터링</a:t>
            </a:r>
            <a:endParaRPr>
              <a:latin typeface="+mj-ea"/>
              <a:ea typeface="+mj-ea"/>
              <a:cs typeface="Roboto Condensed"/>
              <a:sym typeface="Roboto Condensed"/>
            </a:endParaRPr>
          </a:p>
        </p:txBody>
      </p:sp>
      <p:pic>
        <p:nvPicPr>
          <p:cNvPr id="609" name="Google Shape;609;p28"/>
          <p:cNvPicPr preferRelativeResize="0"/>
          <p:nvPr/>
        </p:nvPicPr>
        <p:blipFill>
          <a:blip r:embed="rId3">
            <a:alphaModFix/>
          </a:blip>
          <a:stretch>
            <a:fillRect/>
          </a:stretch>
        </p:blipFill>
        <p:spPr>
          <a:xfrm>
            <a:off x="4021574" y="2122226"/>
            <a:ext cx="1194062" cy="1194062"/>
          </a:xfrm>
          <a:prstGeom prst="rect">
            <a:avLst/>
          </a:prstGeom>
          <a:noFill/>
          <a:ln>
            <a:noFill/>
          </a:ln>
        </p:spPr>
      </p:pic>
      <p:pic>
        <p:nvPicPr>
          <p:cNvPr id="610" name="Google Shape;610;p28"/>
          <p:cNvPicPr preferRelativeResize="0"/>
          <p:nvPr/>
        </p:nvPicPr>
        <p:blipFill>
          <a:blip r:embed="rId4">
            <a:alphaModFix/>
          </a:blip>
          <a:stretch>
            <a:fillRect/>
          </a:stretch>
        </p:blipFill>
        <p:spPr>
          <a:xfrm>
            <a:off x="1262938" y="2205364"/>
            <a:ext cx="1110925" cy="1110925"/>
          </a:xfrm>
          <a:prstGeom prst="rect">
            <a:avLst/>
          </a:prstGeom>
          <a:noFill/>
          <a:ln>
            <a:noFill/>
          </a:ln>
        </p:spPr>
      </p:pic>
      <p:sp>
        <p:nvSpPr>
          <p:cNvPr id="611" name="Google Shape;611;p28"/>
          <p:cNvSpPr txBox="1">
            <a:spLocks noGrp="1"/>
          </p:cNvSpPr>
          <p:nvPr>
            <p:ph type="body" idx="1"/>
          </p:nvPr>
        </p:nvSpPr>
        <p:spPr>
          <a:xfrm>
            <a:off x="6073300" y="3536000"/>
            <a:ext cx="2768100" cy="1161900"/>
          </a:xfrm>
          <a:prstGeom prst="rect">
            <a:avLst/>
          </a:prstGeom>
        </p:spPr>
        <p:txBody>
          <a:bodyPr spcFirstLastPara="1" wrap="square" lIns="91425" tIns="91425" rIns="91425" bIns="91425" anchor="t" anchorCtr="0">
            <a:noAutofit/>
          </a:bodyPr>
          <a:lstStyle/>
          <a:p>
            <a:pPr marL="0" lvl="0" indent="0" algn="ctr" rtl="0">
              <a:spcBef>
                <a:spcPts val="600"/>
              </a:spcBef>
              <a:spcAft>
                <a:spcPts val="1000"/>
              </a:spcAft>
              <a:buNone/>
            </a:pPr>
            <a:r>
              <a:rPr lang="ko">
                <a:latin typeface="+mj-ea"/>
                <a:ea typeface="+mj-ea"/>
                <a:cs typeface="Roboto Condensed"/>
                <a:sym typeface="Roboto Condensed"/>
              </a:rPr>
              <a:t>스냅샷</a:t>
            </a:r>
            <a:endParaRPr>
              <a:latin typeface="+mj-ea"/>
              <a:ea typeface="+mj-ea"/>
              <a:cs typeface="Roboto Condensed"/>
              <a:sym typeface="Roboto Condensed"/>
            </a:endParaRPr>
          </a:p>
        </p:txBody>
      </p:sp>
      <p:pic>
        <p:nvPicPr>
          <p:cNvPr id="612" name="Google Shape;612;p28"/>
          <p:cNvPicPr preferRelativeResize="0"/>
          <p:nvPr/>
        </p:nvPicPr>
        <p:blipFill rotWithShape="1">
          <a:blip r:embed="rId5">
            <a:alphaModFix amt="26000"/>
          </a:blip>
          <a:srcRect l="34208" t="67637" r="36556" b="2347"/>
          <a:stretch/>
        </p:blipFill>
        <p:spPr>
          <a:xfrm>
            <a:off x="7210076" y="-61763"/>
            <a:ext cx="1631325" cy="1674877"/>
          </a:xfrm>
          <a:prstGeom prst="rect">
            <a:avLst/>
          </a:prstGeom>
          <a:noFill/>
          <a:ln>
            <a:noFill/>
          </a:ln>
        </p:spPr>
      </p:pic>
      <p:pic>
        <p:nvPicPr>
          <p:cNvPr id="613" name="Google Shape;613;p28"/>
          <p:cNvPicPr preferRelativeResize="0"/>
          <p:nvPr/>
        </p:nvPicPr>
        <p:blipFill>
          <a:blip r:embed="rId6">
            <a:alphaModFix/>
          </a:blip>
          <a:stretch>
            <a:fillRect/>
          </a:stretch>
        </p:blipFill>
        <p:spPr>
          <a:xfrm>
            <a:off x="6915548" y="2163791"/>
            <a:ext cx="1110900" cy="111092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29"/>
          <p:cNvSpPr txBox="1">
            <a:spLocks noGrp="1"/>
          </p:cNvSpPr>
          <p:nvPr>
            <p:ph type="title"/>
          </p:nvPr>
        </p:nvSpPr>
        <p:spPr>
          <a:xfrm>
            <a:off x="814275" y="392575"/>
            <a:ext cx="57441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400" dirty="0">
                <a:latin typeface="+mj-ea"/>
                <a:ea typeface="+mj-ea"/>
              </a:rPr>
              <a:t>STRATIS와 일반 시스템 파일 생성 비교</a:t>
            </a:r>
            <a:endParaRPr sz="2400" dirty="0">
              <a:latin typeface="+mj-ea"/>
              <a:ea typeface="+mj-ea"/>
            </a:endParaRPr>
          </a:p>
        </p:txBody>
      </p:sp>
      <p:grpSp>
        <p:nvGrpSpPr>
          <p:cNvPr id="619" name="Google Shape;619;p29"/>
          <p:cNvGrpSpPr/>
          <p:nvPr/>
        </p:nvGrpSpPr>
        <p:grpSpPr>
          <a:xfrm>
            <a:off x="311411" y="2320298"/>
            <a:ext cx="4396179" cy="1595697"/>
            <a:chOff x="311700" y="2091800"/>
            <a:chExt cx="5400711" cy="1750819"/>
          </a:xfrm>
        </p:grpSpPr>
        <p:grpSp>
          <p:nvGrpSpPr>
            <p:cNvPr id="620" name="Google Shape;620;p29"/>
            <p:cNvGrpSpPr/>
            <p:nvPr/>
          </p:nvGrpSpPr>
          <p:grpSpPr>
            <a:xfrm>
              <a:off x="311700" y="2131250"/>
              <a:ext cx="5400711" cy="1711369"/>
              <a:chOff x="311700" y="2131250"/>
              <a:chExt cx="5400711" cy="1711369"/>
            </a:xfrm>
          </p:grpSpPr>
          <p:sp>
            <p:nvSpPr>
              <p:cNvPr id="621" name="Google Shape;621;p29"/>
              <p:cNvSpPr/>
              <p:nvPr/>
            </p:nvSpPr>
            <p:spPr>
              <a:xfrm>
                <a:off x="311700" y="2131250"/>
                <a:ext cx="1091400" cy="684600"/>
              </a:xfrm>
              <a:prstGeom prst="roundRect">
                <a:avLst>
                  <a:gd name="adj" fmla="val 1666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300">
                    <a:latin typeface="+mj-ea"/>
                    <a:ea typeface="+mj-ea"/>
                  </a:rPr>
                  <a:t>디스크 추가</a:t>
                </a:r>
                <a:endParaRPr sz="1300">
                  <a:latin typeface="+mj-ea"/>
                  <a:ea typeface="+mj-ea"/>
                </a:endParaRPr>
              </a:p>
            </p:txBody>
          </p:sp>
          <p:sp>
            <p:nvSpPr>
              <p:cNvPr id="622" name="Google Shape;622;p29"/>
              <p:cNvSpPr/>
              <p:nvPr/>
            </p:nvSpPr>
            <p:spPr>
              <a:xfrm>
                <a:off x="1692422" y="2473432"/>
                <a:ext cx="1091400" cy="684600"/>
              </a:xfrm>
              <a:prstGeom prst="roundRect">
                <a:avLst>
                  <a:gd name="adj" fmla="val 1666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300">
                    <a:latin typeface="+mj-ea"/>
                    <a:ea typeface="+mj-ea"/>
                  </a:rPr>
                  <a:t>파티션 추가</a:t>
                </a:r>
                <a:endParaRPr sz="1300">
                  <a:latin typeface="+mj-ea"/>
                  <a:ea typeface="+mj-ea"/>
                </a:endParaRPr>
              </a:p>
            </p:txBody>
          </p:sp>
          <p:sp>
            <p:nvSpPr>
              <p:cNvPr id="623" name="Google Shape;623;p29"/>
              <p:cNvSpPr/>
              <p:nvPr/>
            </p:nvSpPr>
            <p:spPr>
              <a:xfrm>
                <a:off x="3073167" y="2815718"/>
                <a:ext cx="1091400" cy="684600"/>
              </a:xfrm>
              <a:prstGeom prst="roundRect">
                <a:avLst>
                  <a:gd name="adj" fmla="val 1666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300">
                    <a:latin typeface="+mj-ea"/>
                    <a:ea typeface="+mj-ea"/>
                  </a:rPr>
                  <a:t>수동 마운트</a:t>
                </a:r>
                <a:endParaRPr sz="1300">
                  <a:latin typeface="+mj-ea"/>
                  <a:ea typeface="+mj-ea"/>
                </a:endParaRPr>
              </a:p>
            </p:txBody>
          </p:sp>
          <p:sp>
            <p:nvSpPr>
              <p:cNvPr id="624" name="Google Shape;624;p29"/>
              <p:cNvSpPr/>
              <p:nvPr/>
            </p:nvSpPr>
            <p:spPr>
              <a:xfrm>
                <a:off x="4453911" y="3158019"/>
                <a:ext cx="1258500" cy="684600"/>
              </a:xfrm>
              <a:prstGeom prst="roundRect">
                <a:avLst>
                  <a:gd name="adj" fmla="val 1666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300">
                    <a:latin typeface="+mj-ea"/>
                    <a:ea typeface="+mj-ea"/>
                  </a:rPr>
                  <a:t>파일시스템 설정</a:t>
                </a:r>
                <a:endParaRPr sz="1300">
                  <a:latin typeface="+mj-ea"/>
                  <a:ea typeface="+mj-ea"/>
                </a:endParaRPr>
              </a:p>
            </p:txBody>
          </p:sp>
        </p:grpSp>
        <p:sp>
          <p:nvSpPr>
            <p:cNvPr id="625" name="Google Shape;625;p29"/>
            <p:cNvSpPr/>
            <p:nvPr/>
          </p:nvSpPr>
          <p:spPr>
            <a:xfrm>
              <a:off x="311700" y="2091800"/>
              <a:ext cx="1091400" cy="68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a:latin typeface="+mj-ea"/>
                  <a:ea typeface="+mj-ea"/>
                  <a:cs typeface="Roboto Condensed"/>
                  <a:sym typeface="Roboto Condensed"/>
                </a:rPr>
                <a:t>디스크 추가</a:t>
              </a:r>
              <a:endParaRPr sz="1200">
                <a:latin typeface="+mj-ea"/>
                <a:ea typeface="+mj-ea"/>
                <a:cs typeface="Roboto Condensed"/>
                <a:sym typeface="Roboto Condensed"/>
              </a:endParaRPr>
            </a:p>
          </p:txBody>
        </p:sp>
        <p:sp>
          <p:nvSpPr>
            <p:cNvPr id="626" name="Google Shape;626;p29"/>
            <p:cNvSpPr/>
            <p:nvPr/>
          </p:nvSpPr>
          <p:spPr>
            <a:xfrm>
              <a:off x="1692422" y="2433982"/>
              <a:ext cx="1091400" cy="68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a:latin typeface="+mj-ea"/>
                  <a:ea typeface="+mj-ea"/>
                  <a:cs typeface="Roboto Condensed"/>
                  <a:sym typeface="Roboto Condensed"/>
                </a:rPr>
                <a:t>파티션 추가</a:t>
              </a:r>
              <a:endParaRPr sz="1200">
                <a:latin typeface="+mj-ea"/>
                <a:ea typeface="+mj-ea"/>
                <a:cs typeface="Roboto Condensed"/>
                <a:sym typeface="Roboto Condensed"/>
              </a:endParaRPr>
            </a:p>
          </p:txBody>
        </p:sp>
        <p:sp>
          <p:nvSpPr>
            <p:cNvPr id="627" name="Google Shape;627;p29"/>
            <p:cNvSpPr/>
            <p:nvPr/>
          </p:nvSpPr>
          <p:spPr>
            <a:xfrm>
              <a:off x="3073167" y="2776268"/>
              <a:ext cx="1091400" cy="68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a:latin typeface="+mj-ea"/>
                  <a:ea typeface="+mj-ea"/>
                  <a:cs typeface="Roboto Condensed"/>
                  <a:sym typeface="Roboto Condensed"/>
                </a:rPr>
                <a:t>수동 마운트</a:t>
              </a:r>
              <a:endParaRPr sz="1200">
                <a:latin typeface="+mj-ea"/>
                <a:ea typeface="+mj-ea"/>
                <a:cs typeface="Roboto Condensed"/>
                <a:sym typeface="Roboto Condensed"/>
              </a:endParaRPr>
            </a:p>
          </p:txBody>
        </p:sp>
        <p:sp>
          <p:nvSpPr>
            <p:cNvPr id="628" name="Google Shape;628;p29"/>
            <p:cNvSpPr/>
            <p:nvPr/>
          </p:nvSpPr>
          <p:spPr>
            <a:xfrm>
              <a:off x="4453910" y="3118575"/>
              <a:ext cx="1258500" cy="68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a:latin typeface="+mj-ea"/>
                  <a:ea typeface="+mj-ea"/>
                  <a:cs typeface="Roboto Condensed"/>
                  <a:sym typeface="Roboto Condensed"/>
                </a:rPr>
                <a:t>파일시스템 설정</a:t>
              </a:r>
              <a:endParaRPr sz="1200">
                <a:latin typeface="+mj-ea"/>
                <a:ea typeface="+mj-ea"/>
                <a:cs typeface="Roboto Condensed"/>
                <a:sym typeface="Roboto Condensed"/>
              </a:endParaRPr>
            </a:p>
          </p:txBody>
        </p:sp>
      </p:grpSp>
      <p:cxnSp>
        <p:nvCxnSpPr>
          <p:cNvPr id="629" name="Google Shape;629;p29"/>
          <p:cNvCxnSpPr>
            <a:stCxn id="625" idx="3"/>
            <a:endCxn id="626" idx="1"/>
          </p:cNvCxnSpPr>
          <p:nvPr/>
        </p:nvCxnSpPr>
        <p:spPr>
          <a:xfrm>
            <a:off x="1199811" y="2632270"/>
            <a:ext cx="235500" cy="312000"/>
          </a:xfrm>
          <a:prstGeom prst="curvedConnector3">
            <a:avLst>
              <a:gd name="adj1" fmla="val 50002"/>
            </a:avLst>
          </a:prstGeom>
          <a:noFill/>
          <a:ln w="9525" cap="flat" cmpd="sng">
            <a:solidFill>
              <a:schemeClr val="dk2"/>
            </a:solidFill>
            <a:prstDash val="solid"/>
            <a:round/>
            <a:headEnd type="none" w="med" len="med"/>
            <a:tailEnd type="none" w="med" len="med"/>
          </a:ln>
        </p:spPr>
      </p:cxnSp>
      <p:cxnSp>
        <p:nvCxnSpPr>
          <p:cNvPr id="630" name="Google Shape;630;p29"/>
          <p:cNvCxnSpPr>
            <a:stCxn id="626" idx="3"/>
            <a:endCxn id="627" idx="1"/>
          </p:cNvCxnSpPr>
          <p:nvPr/>
        </p:nvCxnSpPr>
        <p:spPr>
          <a:xfrm>
            <a:off x="2323718" y="2944134"/>
            <a:ext cx="235500" cy="312000"/>
          </a:xfrm>
          <a:prstGeom prst="curvedConnector3">
            <a:avLst>
              <a:gd name="adj1" fmla="val 50006"/>
            </a:avLst>
          </a:prstGeom>
          <a:noFill/>
          <a:ln w="9525" cap="flat" cmpd="sng">
            <a:solidFill>
              <a:schemeClr val="dk2"/>
            </a:solidFill>
            <a:prstDash val="solid"/>
            <a:round/>
            <a:headEnd type="none" w="med" len="med"/>
            <a:tailEnd type="none" w="med" len="med"/>
          </a:ln>
        </p:spPr>
      </p:cxnSp>
      <p:cxnSp>
        <p:nvCxnSpPr>
          <p:cNvPr id="631" name="Google Shape;631;p29"/>
          <p:cNvCxnSpPr>
            <a:stCxn id="627" idx="3"/>
            <a:endCxn id="628" idx="1"/>
          </p:cNvCxnSpPr>
          <p:nvPr/>
        </p:nvCxnSpPr>
        <p:spPr>
          <a:xfrm>
            <a:off x="3447645" y="3256094"/>
            <a:ext cx="235500" cy="312000"/>
          </a:xfrm>
          <a:prstGeom prst="curvedConnector3">
            <a:avLst>
              <a:gd name="adj1" fmla="val 50005"/>
            </a:avLst>
          </a:prstGeom>
          <a:noFill/>
          <a:ln w="9525" cap="flat" cmpd="sng">
            <a:solidFill>
              <a:schemeClr val="dk2"/>
            </a:solidFill>
            <a:prstDash val="solid"/>
            <a:round/>
            <a:headEnd type="none" w="med" len="med"/>
            <a:tailEnd type="none" w="med" len="med"/>
          </a:ln>
        </p:spPr>
      </p:cxnSp>
      <p:grpSp>
        <p:nvGrpSpPr>
          <p:cNvPr id="632" name="Google Shape;632;p29"/>
          <p:cNvGrpSpPr/>
          <p:nvPr/>
        </p:nvGrpSpPr>
        <p:grpSpPr>
          <a:xfrm>
            <a:off x="4748116" y="2320298"/>
            <a:ext cx="4338151" cy="1595705"/>
            <a:chOff x="311700" y="2091800"/>
            <a:chExt cx="5329424" cy="1750828"/>
          </a:xfrm>
        </p:grpSpPr>
        <p:grpSp>
          <p:nvGrpSpPr>
            <p:cNvPr id="633" name="Google Shape;633;p29"/>
            <p:cNvGrpSpPr/>
            <p:nvPr/>
          </p:nvGrpSpPr>
          <p:grpSpPr>
            <a:xfrm>
              <a:off x="311700" y="2131250"/>
              <a:ext cx="5329424" cy="1711378"/>
              <a:chOff x="311700" y="2131250"/>
              <a:chExt cx="5329424" cy="1711378"/>
            </a:xfrm>
          </p:grpSpPr>
          <p:sp>
            <p:nvSpPr>
              <p:cNvPr id="634" name="Google Shape;634;p29"/>
              <p:cNvSpPr/>
              <p:nvPr/>
            </p:nvSpPr>
            <p:spPr>
              <a:xfrm>
                <a:off x="311700" y="2131250"/>
                <a:ext cx="1091400" cy="684600"/>
              </a:xfrm>
              <a:prstGeom prst="roundRect">
                <a:avLst>
                  <a:gd name="adj" fmla="val 16667"/>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300">
                    <a:latin typeface="+mj-ea"/>
                    <a:ea typeface="+mj-ea"/>
                  </a:rPr>
                  <a:t>디스크 추가</a:t>
                </a:r>
                <a:endParaRPr sz="1300">
                  <a:latin typeface="+mj-ea"/>
                  <a:ea typeface="+mj-ea"/>
                </a:endParaRPr>
              </a:p>
            </p:txBody>
          </p:sp>
          <p:sp>
            <p:nvSpPr>
              <p:cNvPr id="635" name="Google Shape;635;p29"/>
              <p:cNvSpPr/>
              <p:nvPr/>
            </p:nvSpPr>
            <p:spPr>
              <a:xfrm>
                <a:off x="1692423" y="2473441"/>
                <a:ext cx="1284900" cy="684600"/>
              </a:xfrm>
              <a:prstGeom prst="roundRect">
                <a:avLst>
                  <a:gd name="adj" fmla="val 16667"/>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300">
                    <a:latin typeface="+mj-ea"/>
                    <a:ea typeface="+mj-ea"/>
                  </a:rPr>
                  <a:t>파티션 추가</a:t>
                </a:r>
                <a:endParaRPr sz="1300">
                  <a:latin typeface="+mj-ea"/>
                  <a:ea typeface="+mj-ea"/>
                </a:endParaRPr>
              </a:p>
            </p:txBody>
          </p:sp>
          <p:sp>
            <p:nvSpPr>
              <p:cNvPr id="636" name="Google Shape;636;p29"/>
              <p:cNvSpPr/>
              <p:nvPr/>
            </p:nvSpPr>
            <p:spPr>
              <a:xfrm>
                <a:off x="3217823" y="2815718"/>
                <a:ext cx="1091400" cy="684600"/>
              </a:xfrm>
              <a:prstGeom prst="roundRect">
                <a:avLst>
                  <a:gd name="adj" fmla="val 16667"/>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300">
                    <a:latin typeface="+mj-ea"/>
                    <a:ea typeface="+mj-ea"/>
                  </a:rPr>
                  <a:t>수동 마운트</a:t>
                </a:r>
                <a:endParaRPr sz="1300">
                  <a:latin typeface="+mj-ea"/>
                  <a:ea typeface="+mj-ea"/>
                </a:endParaRPr>
              </a:p>
            </p:txBody>
          </p:sp>
          <p:sp>
            <p:nvSpPr>
              <p:cNvPr id="637" name="Google Shape;637;p29"/>
              <p:cNvSpPr/>
              <p:nvPr/>
            </p:nvSpPr>
            <p:spPr>
              <a:xfrm>
                <a:off x="4549724" y="3158028"/>
                <a:ext cx="1091400" cy="684600"/>
              </a:xfrm>
              <a:prstGeom prst="roundRect">
                <a:avLst>
                  <a:gd name="adj" fmla="val 16667"/>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300">
                    <a:latin typeface="+mj-ea"/>
                    <a:ea typeface="+mj-ea"/>
                  </a:rPr>
                  <a:t>파일시스템 설정</a:t>
                </a:r>
                <a:endParaRPr sz="1300">
                  <a:latin typeface="+mj-ea"/>
                  <a:ea typeface="+mj-ea"/>
                </a:endParaRPr>
              </a:p>
            </p:txBody>
          </p:sp>
        </p:grpSp>
        <p:sp>
          <p:nvSpPr>
            <p:cNvPr id="638" name="Google Shape;638;p29"/>
            <p:cNvSpPr/>
            <p:nvPr/>
          </p:nvSpPr>
          <p:spPr>
            <a:xfrm>
              <a:off x="311700" y="2091800"/>
              <a:ext cx="1091400" cy="6846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a:latin typeface="+mj-ea"/>
                  <a:ea typeface="+mj-ea"/>
                  <a:cs typeface="Roboto Condensed"/>
                  <a:sym typeface="Roboto Condensed"/>
                </a:rPr>
                <a:t>디스크 추가</a:t>
              </a:r>
              <a:endParaRPr sz="1200">
                <a:latin typeface="+mj-ea"/>
                <a:ea typeface="+mj-ea"/>
                <a:cs typeface="Roboto Condensed"/>
                <a:sym typeface="Roboto Condensed"/>
              </a:endParaRPr>
            </a:p>
          </p:txBody>
        </p:sp>
        <p:sp>
          <p:nvSpPr>
            <p:cNvPr id="639" name="Google Shape;639;p29"/>
            <p:cNvSpPr/>
            <p:nvPr/>
          </p:nvSpPr>
          <p:spPr>
            <a:xfrm>
              <a:off x="1692423" y="2433969"/>
              <a:ext cx="1284900" cy="6846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a:latin typeface="+mj-ea"/>
                  <a:ea typeface="+mj-ea"/>
                  <a:cs typeface="Roboto Condensed"/>
                  <a:sym typeface="Roboto Condensed"/>
                </a:rPr>
                <a:t>디스크들을 pool로 묶는다 </a:t>
              </a:r>
              <a:endParaRPr sz="1200">
                <a:latin typeface="+mj-ea"/>
                <a:ea typeface="+mj-ea"/>
                <a:cs typeface="Roboto Condensed"/>
                <a:sym typeface="Roboto Condensed"/>
              </a:endParaRPr>
            </a:p>
          </p:txBody>
        </p:sp>
        <p:sp>
          <p:nvSpPr>
            <p:cNvPr id="640" name="Google Shape;640;p29"/>
            <p:cNvSpPr/>
            <p:nvPr/>
          </p:nvSpPr>
          <p:spPr>
            <a:xfrm>
              <a:off x="3217823" y="2776268"/>
              <a:ext cx="1091400" cy="6846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a:latin typeface="+mj-ea"/>
                  <a:ea typeface="+mj-ea"/>
                  <a:cs typeface="Roboto Condensed"/>
                  <a:sym typeface="Roboto Condensed"/>
                </a:rPr>
                <a:t>파일시스템 설정</a:t>
              </a:r>
              <a:endParaRPr sz="1200">
                <a:latin typeface="+mj-ea"/>
                <a:ea typeface="+mj-ea"/>
                <a:cs typeface="Roboto Condensed"/>
                <a:sym typeface="Roboto Condensed"/>
              </a:endParaRPr>
            </a:p>
          </p:txBody>
        </p:sp>
        <p:sp>
          <p:nvSpPr>
            <p:cNvPr id="641" name="Google Shape;641;p29"/>
            <p:cNvSpPr/>
            <p:nvPr/>
          </p:nvSpPr>
          <p:spPr>
            <a:xfrm>
              <a:off x="4549724" y="3118578"/>
              <a:ext cx="1091400" cy="6846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ko" sz="1200">
                  <a:latin typeface="+mj-ea"/>
                  <a:ea typeface="+mj-ea"/>
                  <a:cs typeface="Roboto Condensed"/>
                  <a:sym typeface="Roboto Condensed"/>
                </a:rPr>
                <a:t>마운트</a:t>
              </a:r>
              <a:endParaRPr sz="1200">
                <a:latin typeface="+mj-ea"/>
                <a:ea typeface="+mj-ea"/>
                <a:cs typeface="Roboto Condensed"/>
                <a:sym typeface="Roboto Condensed"/>
              </a:endParaRPr>
            </a:p>
          </p:txBody>
        </p:sp>
      </p:grpSp>
      <p:cxnSp>
        <p:nvCxnSpPr>
          <p:cNvPr id="642" name="Google Shape;642;p29"/>
          <p:cNvCxnSpPr>
            <a:stCxn id="638" idx="3"/>
            <a:endCxn id="639" idx="1"/>
          </p:cNvCxnSpPr>
          <p:nvPr/>
        </p:nvCxnSpPr>
        <p:spPr>
          <a:xfrm>
            <a:off x="5636516" y="2632270"/>
            <a:ext cx="235500" cy="312000"/>
          </a:xfrm>
          <a:prstGeom prst="curvedConnector3">
            <a:avLst>
              <a:gd name="adj1" fmla="val 50002"/>
            </a:avLst>
          </a:prstGeom>
          <a:noFill/>
          <a:ln w="9525" cap="flat" cmpd="sng">
            <a:solidFill>
              <a:schemeClr val="dk2"/>
            </a:solidFill>
            <a:prstDash val="solid"/>
            <a:round/>
            <a:headEnd type="none" w="med" len="med"/>
            <a:tailEnd type="none" w="med" len="med"/>
          </a:ln>
        </p:spPr>
      </p:cxnSp>
      <p:cxnSp>
        <p:nvCxnSpPr>
          <p:cNvPr id="643" name="Google Shape;643;p29"/>
          <p:cNvCxnSpPr>
            <a:stCxn id="639" idx="3"/>
            <a:endCxn id="640" idx="1"/>
          </p:cNvCxnSpPr>
          <p:nvPr/>
        </p:nvCxnSpPr>
        <p:spPr>
          <a:xfrm>
            <a:off x="6917934" y="2944122"/>
            <a:ext cx="195900" cy="312000"/>
          </a:xfrm>
          <a:prstGeom prst="curvedConnector3">
            <a:avLst>
              <a:gd name="adj1" fmla="val 49966"/>
            </a:avLst>
          </a:prstGeom>
          <a:noFill/>
          <a:ln w="9525" cap="flat" cmpd="sng">
            <a:solidFill>
              <a:schemeClr val="dk2"/>
            </a:solidFill>
            <a:prstDash val="solid"/>
            <a:round/>
            <a:headEnd type="none" w="med" len="med"/>
            <a:tailEnd type="none" w="med" len="med"/>
          </a:ln>
        </p:spPr>
      </p:cxnSp>
      <p:cxnSp>
        <p:nvCxnSpPr>
          <p:cNvPr id="644" name="Google Shape;644;p29"/>
          <p:cNvCxnSpPr>
            <a:stCxn id="640" idx="3"/>
            <a:endCxn id="641" idx="1"/>
          </p:cNvCxnSpPr>
          <p:nvPr/>
        </p:nvCxnSpPr>
        <p:spPr>
          <a:xfrm>
            <a:off x="8002100" y="3256094"/>
            <a:ext cx="195900" cy="312000"/>
          </a:xfrm>
          <a:prstGeom prst="curvedConnector3">
            <a:avLst>
              <a:gd name="adj1" fmla="val 49966"/>
            </a:avLst>
          </a:prstGeom>
          <a:noFill/>
          <a:ln w="9525" cap="flat" cmpd="sng">
            <a:solidFill>
              <a:schemeClr val="dk2"/>
            </a:solidFill>
            <a:prstDash val="solid"/>
            <a:round/>
            <a:headEnd type="none" w="med" len="med"/>
            <a:tailEnd type="none" w="med" len="med"/>
          </a:ln>
        </p:spPr>
      </p:cxnSp>
      <p:sp>
        <p:nvSpPr>
          <p:cNvPr id="645" name="Google Shape;645;p29"/>
          <p:cNvSpPr/>
          <p:nvPr/>
        </p:nvSpPr>
        <p:spPr>
          <a:xfrm>
            <a:off x="1654125" y="1476500"/>
            <a:ext cx="2088900" cy="318300"/>
          </a:xfrm>
          <a:prstGeom prst="roundRect">
            <a:avLst>
              <a:gd name="adj" fmla="val 16667"/>
            </a:avLst>
          </a:prstGeom>
          <a:solidFill>
            <a:srgbClr val="F6B26B"/>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b="1" dirty="0">
                <a:solidFill>
                  <a:schemeClr val="dk1"/>
                </a:solidFill>
                <a:latin typeface="+mj-ea"/>
                <a:ea typeface="+mj-ea"/>
                <a:cs typeface="Roboto Condensed"/>
                <a:sym typeface="Roboto Condensed"/>
              </a:rPr>
              <a:t>일반 스토리지 생성 시</a:t>
            </a:r>
            <a:endParaRPr b="1" i="0" u="none" strike="noStrike" cap="none" dirty="0">
              <a:solidFill>
                <a:srgbClr val="000000"/>
              </a:solidFill>
              <a:latin typeface="+mj-ea"/>
              <a:ea typeface="+mj-ea"/>
              <a:cs typeface="Roboto Condensed"/>
              <a:sym typeface="Roboto Condensed"/>
            </a:endParaRPr>
          </a:p>
        </p:txBody>
      </p:sp>
      <p:sp>
        <p:nvSpPr>
          <p:cNvPr id="646" name="Google Shape;646;p29"/>
          <p:cNvSpPr/>
          <p:nvPr/>
        </p:nvSpPr>
        <p:spPr>
          <a:xfrm>
            <a:off x="6228525" y="1476500"/>
            <a:ext cx="1574700" cy="318300"/>
          </a:xfrm>
          <a:prstGeom prst="roundRect">
            <a:avLst>
              <a:gd name="adj" fmla="val 16667"/>
            </a:avLst>
          </a:prstGeom>
          <a:solidFill>
            <a:srgbClr val="F6B26B"/>
          </a:solidFill>
          <a:ln>
            <a:noFill/>
          </a:ln>
        </p:spPr>
        <p:txBody>
          <a:bodyPr spcFirstLastPara="1" wrap="square" lIns="91425" tIns="91425" rIns="91425" bIns="91425" anchor="ctr" anchorCtr="0">
            <a:noAutofit/>
          </a:bodyPr>
          <a:lstStyle/>
          <a:p>
            <a:pPr marL="0" lvl="0" indent="0" algn="ctr" rtl="0">
              <a:spcBef>
                <a:spcPts val="600"/>
              </a:spcBef>
              <a:spcAft>
                <a:spcPts val="1000"/>
              </a:spcAft>
              <a:buNone/>
            </a:pPr>
            <a:r>
              <a:rPr lang="ko" sz="1500" b="1">
                <a:solidFill>
                  <a:schemeClr val="dk1"/>
                </a:solidFill>
                <a:latin typeface="+mj-ea"/>
                <a:ea typeface="+mj-ea"/>
                <a:cs typeface="Roboto Condensed"/>
                <a:sym typeface="Roboto Condensed"/>
              </a:rPr>
              <a:t>stratis</a:t>
            </a:r>
            <a:endParaRPr sz="1500" b="1" i="0" u="none" strike="noStrike" cap="none">
              <a:solidFill>
                <a:schemeClr val="dk1"/>
              </a:solidFill>
              <a:latin typeface="+mj-ea"/>
              <a:ea typeface="+mj-ea"/>
              <a:cs typeface="Roboto Condensed"/>
              <a:sym typeface="Roboto Condense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30"/>
          <p:cNvSpPr/>
          <p:nvPr/>
        </p:nvSpPr>
        <p:spPr>
          <a:xfrm>
            <a:off x="5081125" y="1745275"/>
            <a:ext cx="1968300" cy="19683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652" name="Google Shape;652;p30"/>
          <p:cNvSpPr/>
          <p:nvPr/>
        </p:nvSpPr>
        <p:spPr>
          <a:xfrm>
            <a:off x="1532675" y="1745275"/>
            <a:ext cx="1968300" cy="196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ea"/>
              <a:ea typeface="+mj-ea"/>
            </a:endParaRPr>
          </a:p>
        </p:txBody>
      </p:sp>
      <p:sp>
        <p:nvSpPr>
          <p:cNvPr id="653" name="Google Shape;653;p30"/>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ko" sz="2500">
                <a:latin typeface="+mj-ea"/>
                <a:ea typeface="+mj-ea"/>
              </a:rPr>
              <a:t>STRATIS의 장점</a:t>
            </a:r>
            <a:endParaRPr sz="2500">
              <a:latin typeface="+mj-ea"/>
              <a:ea typeface="+mj-ea"/>
            </a:endParaRPr>
          </a:p>
        </p:txBody>
      </p:sp>
      <p:pic>
        <p:nvPicPr>
          <p:cNvPr id="654" name="Google Shape;654;p30"/>
          <p:cNvPicPr preferRelativeResize="0"/>
          <p:nvPr/>
        </p:nvPicPr>
        <p:blipFill>
          <a:blip r:embed="rId3">
            <a:alphaModFix/>
          </a:blip>
          <a:stretch>
            <a:fillRect/>
          </a:stretch>
        </p:blipFill>
        <p:spPr>
          <a:xfrm>
            <a:off x="5404224" y="2068362"/>
            <a:ext cx="1322100" cy="1322125"/>
          </a:xfrm>
          <a:prstGeom prst="rect">
            <a:avLst/>
          </a:prstGeom>
          <a:noFill/>
          <a:ln>
            <a:noFill/>
          </a:ln>
        </p:spPr>
      </p:pic>
      <p:pic>
        <p:nvPicPr>
          <p:cNvPr id="655" name="Google Shape;655;p30"/>
          <p:cNvPicPr preferRelativeResize="0"/>
          <p:nvPr/>
        </p:nvPicPr>
        <p:blipFill>
          <a:blip r:embed="rId4">
            <a:alphaModFix/>
          </a:blip>
          <a:stretch>
            <a:fillRect/>
          </a:stretch>
        </p:blipFill>
        <p:spPr>
          <a:xfrm>
            <a:off x="1814349" y="1869263"/>
            <a:ext cx="1404950" cy="1404975"/>
          </a:xfrm>
          <a:prstGeom prst="rect">
            <a:avLst/>
          </a:prstGeom>
          <a:noFill/>
          <a:ln>
            <a:noFill/>
          </a:ln>
        </p:spPr>
      </p:pic>
      <p:sp>
        <p:nvSpPr>
          <p:cNvPr id="656" name="Google Shape;656;p30"/>
          <p:cNvSpPr txBox="1">
            <a:spLocks noGrp="1"/>
          </p:cNvSpPr>
          <p:nvPr>
            <p:ph type="body" idx="1"/>
          </p:nvPr>
        </p:nvSpPr>
        <p:spPr>
          <a:xfrm>
            <a:off x="1132775" y="3713450"/>
            <a:ext cx="2768100" cy="1161900"/>
          </a:xfrm>
          <a:prstGeom prst="rect">
            <a:avLst/>
          </a:prstGeom>
        </p:spPr>
        <p:txBody>
          <a:bodyPr spcFirstLastPara="1" wrap="square" lIns="91425" tIns="91425" rIns="91425" bIns="91425" anchor="t" anchorCtr="0">
            <a:noAutofit/>
          </a:bodyPr>
          <a:lstStyle/>
          <a:p>
            <a:pPr marL="0" lvl="0" indent="0" algn="ctr" rtl="0">
              <a:spcBef>
                <a:spcPts val="600"/>
              </a:spcBef>
              <a:spcAft>
                <a:spcPts val="1000"/>
              </a:spcAft>
              <a:buNone/>
            </a:pPr>
            <a:r>
              <a:rPr lang="ko">
                <a:latin typeface="+mj-ea"/>
                <a:ea typeface="+mj-ea"/>
                <a:cs typeface="Roboto Condensed"/>
                <a:sym typeface="Roboto Condensed"/>
              </a:rPr>
              <a:t>오류가 적다</a:t>
            </a:r>
            <a:endParaRPr>
              <a:latin typeface="+mj-ea"/>
              <a:ea typeface="+mj-ea"/>
              <a:cs typeface="Roboto Condensed"/>
              <a:sym typeface="Roboto Condensed"/>
            </a:endParaRPr>
          </a:p>
        </p:txBody>
      </p:sp>
      <p:sp>
        <p:nvSpPr>
          <p:cNvPr id="657" name="Google Shape;657;p30"/>
          <p:cNvSpPr txBox="1">
            <a:spLocks noGrp="1"/>
          </p:cNvSpPr>
          <p:nvPr>
            <p:ph type="body" idx="1"/>
          </p:nvPr>
        </p:nvSpPr>
        <p:spPr>
          <a:xfrm>
            <a:off x="4409299" y="3713450"/>
            <a:ext cx="3301826" cy="1161900"/>
          </a:xfrm>
          <a:prstGeom prst="rect">
            <a:avLst/>
          </a:prstGeom>
        </p:spPr>
        <p:txBody>
          <a:bodyPr spcFirstLastPara="1" wrap="square" lIns="91425" tIns="91425" rIns="91425" bIns="91425" anchor="t" anchorCtr="0">
            <a:noAutofit/>
          </a:bodyPr>
          <a:lstStyle/>
          <a:p>
            <a:pPr marL="0" lvl="0" indent="0" algn="ctr" rtl="0">
              <a:spcBef>
                <a:spcPts val="600"/>
              </a:spcBef>
              <a:spcAft>
                <a:spcPts val="1000"/>
              </a:spcAft>
              <a:buNone/>
            </a:pPr>
            <a:r>
              <a:rPr lang="ko" dirty="0">
                <a:latin typeface="+mj-ea"/>
                <a:ea typeface="+mj-ea"/>
                <a:cs typeface="Roboto Condensed"/>
                <a:sym typeface="Roboto Condensed"/>
              </a:rPr>
              <a:t>자동 디스크 용량 관리</a:t>
            </a:r>
            <a:endParaRPr dirty="0">
              <a:latin typeface="+mj-ea"/>
              <a:ea typeface="+mj-ea"/>
              <a:cs typeface="Roboto Condensed"/>
              <a:sym typeface="Roboto Condense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1"/>
          <p:cNvSpPr/>
          <p:nvPr/>
        </p:nvSpPr>
        <p:spPr>
          <a:xfrm>
            <a:off x="605925" y="1814275"/>
            <a:ext cx="7785000" cy="3008700"/>
          </a:xfrm>
          <a:prstGeom prst="roundRect">
            <a:avLst>
              <a:gd name="adj" fmla="val 16667"/>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C7D3E6"/>
              </a:highlight>
              <a:latin typeface="+mj-ea"/>
              <a:ea typeface="+mj-ea"/>
            </a:endParaRPr>
          </a:p>
        </p:txBody>
      </p:sp>
      <p:sp>
        <p:nvSpPr>
          <p:cNvPr id="663" name="Google Shape;663;p31"/>
          <p:cNvSpPr/>
          <p:nvPr/>
        </p:nvSpPr>
        <p:spPr>
          <a:xfrm>
            <a:off x="2602300" y="3778900"/>
            <a:ext cx="1035300" cy="937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C7D3E6"/>
              </a:highlight>
              <a:latin typeface="+mj-ea"/>
              <a:ea typeface="+mj-ea"/>
            </a:endParaRPr>
          </a:p>
        </p:txBody>
      </p:sp>
      <p:sp>
        <p:nvSpPr>
          <p:cNvPr id="664" name="Google Shape;664;p31"/>
          <p:cNvSpPr/>
          <p:nvPr/>
        </p:nvSpPr>
        <p:spPr>
          <a:xfrm>
            <a:off x="6862725" y="2235313"/>
            <a:ext cx="1035300" cy="937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C7D3E6"/>
              </a:highlight>
              <a:latin typeface="+mj-ea"/>
              <a:ea typeface="+mj-ea"/>
            </a:endParaRPr>
          </a:p>
        </p:txBody>
      </p:sp>
      <p:sp>
        <p:nvSpPr>
          <p:cNvPr id="665" name="Google Shape;665;p31"/>
          <p:cNvSpPr/>
          <p:nvPr/>
        </p:nvSpPr>
        <p:spPr>
          <a:xfrm>
            <a:off x="5715780" y="2229838"/>
            <a:ext cx="1035300" cy="937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C7D3E6"/>
              </a:highlight>
              <a:latin typeface="+mj-ea"/>
              <a:ea typeface="+mj-ea"/>
            </a:endParaRPr>
          </a:p>
        </p:txBody>
      </p:sp>
      <p:sp>
        <p:nvSpPr>
          <p:cNvPr id="666" name="Google Shape;666;p31"/>
          <p:cNvSpPr/>
          <p:nvPr/>
        </p:nvSpPr>
        <p:spPr>
          <a:xfrm>
            <a:off x="4568835" y="2235313"/>
            <a:ext cx="1035300" cy="937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C7D3E6"/>
              </a:highlight>
              <a:latin typeface="+mj-ea"/>
              <a:ea typeface="+mj-ea"/>
            </a:endParaRPr>
          </a:p>
        </p:txBody>
      </p:sp>
      <p:sp>
        <p:nvSpPr>
          <p:cNvPr id="667" name="Google Shape;667;p31"/>
          <p:cNvSpPr/>
          <p:nvPr/>
        </p:nvSpPr>
        <p:spPr>
          <a:xfrm>
            <a:off x="3421890" y="2229838"/>
            <a:ext cx="1035300" cy="937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C7D3E6"/>
              </a:highlight>
              <a:latin typeface="+mj-ea"/>
              <a:ea typeface="+mj-ea"/>
            </a:endParaRPr>
          </a:p>
        </p:txBody>
      </p:sp>
      <p:sp>
        <p:nvSpPr>
          <p:cNvPr id="668" name="Google Shape;668;p31"/>
          <p:cNvSpPr/>
          <p:nvPr/>
        </p:nvSpPr>
        <p:spPr>
          <a:xfrm>
            <a:off x="2274945" y="2232575"/>
            <a:ext cx="1035300" cy="937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C7D3E6"/>
              </a:highlight>
              <a:latin typeface="+mj-ea"/>
              <a:ea typeface="+mj-ea"/>
            </a:endParaRPr>
          </a:p>
        </p:txBody>
      </p:sp>
      <p:sp>
        <p:nvSpPr>
          <p:cNvPr id="669" name="Google Shape;669;p31"/>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a:latin typeface="+mj-ea"/>
                <a:ea typeface="+mj-ea"/>
              </a:rPr>
              <a:t>iSCSI 구성</a:t>
            </a:r>
            <a:endParaRPr sz="2500">
              <a:latin typeface="+mj-ea"/>
              <a:ea typeface="+mj-ea"/>
            </a:endParaRPr>
          </a:p>
        </p:txBody>
      </p:sp>
      <p:sp>
        <p:nvSpPr>
          <p:cNvPr id="670" name="Google Shape;670;p31"/>
          <p:cNvSpPr/>
          <p:nvPr/>
        </p:nvSpPr>
        <p:spPr>
          <a:xfrm>
            <a:off x="1128000" y="2227100"/>
            <a:ext cx="1035300" cy="9375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C7D3E6"/>
              </a:highlight>
              <a:latin typeface="+mj-ea"/>
              <a:ea typeface="+mj-ea"/>
            </a:endParaRPr>
          </a:p>
        </p:txBody>
      </p:sp>
      <p:sp>
        <p:nvSpPr>
          <p:cNvPr id="671" name="Google Shape;671;p31"/>
          <p:cNvSpPr txBox="1"/>
          <p:nvPr/>
        </p:nvSpPr>
        <p:spPr>
          <a:xfrm>
            <a:off x="1229225" y="2808550"/>
            <a:ext cx="609900" cy="30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SzPts val="523"/>
              <a:buNone/>
            </a:pPr>
            <a:r>
              <a:rPr lang="ko" sz="822" b="1">
                <a:solidFill>
                  <a:schemeClr val="dk1"/>
                </a:solidFill>
                <a:latin typeface="+mj-ea"/>
                <a:ea typeface="+mj-ea"/>
                <a:cs typeface="Roboto Condensed"/>
                <a:sym typeface="Roboto Condensed"/>
              </a:rPr>
              <a:t>ISCSI Initiator</a:t>
            </a:r>
            <a:endParaRPr sz="822" b="1">
              <a:solidFill>
                <a:schemeClr val="dk1"/>
              </a:solidFill>
              <a:latin typeface="+mj-ea"/>
              <a:ea typeface="+mj-ea"/>
              <a:cs typeface="Roboto Condensed"/>
              <a:sym typeface="Roboto Condensed"/>
            </a:endParaRPr>
          </a:p>
        </p:txBody>
      </p:sp>
      <p:sp>
        <p:nvSpPr>
          <p:cNvPr id="672" name="Google Shape;672;p31"/>
          <p:cNvSpPr txBox="1"/>
          <p:nvPr/>
        </p:nvSpPr>
        <p:spPr>
          <a:xfrm>
            <a:off x="1366469" y="2157830"/>
            <a:ext cx="534900" cy="2436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440"/>
              <a:buNone/>
            </a:pPr>
            <a:r>
              <a:rPr lang="ko" sz="600" b="1" dirty="0">
                <a:solidFill>
                  <a:schemeClr val="dk1"/>
                </a:solidFill>
                <a:latin typeface="+mj-ea"/>
                <a:ea typeface="+mj-ea"/>
                <a:cs typeface="Roboto Condensed"/>
                <a:sym typeface="Roboto Condensed"/>
              </a:rPr>
              <a:t>Server 1</a:t>
            </a:r>
            <a:endParaRPr sz="600" b="1" dirty="0">
              <a:solidFill>
                <a:schemeClr val="dk1"/>
              </a:solidFill>
              <a:latin typeface="+mj-ea"/>
              <a:ea typeface="+mj-ea"/>
              <a:cs typeface="Roboto Condensed"/>
              <a:sym typeface="Roboto Condensed"/>
            </a:endParaRPr>
          </a:p>
        </p:txBody>
      </p:sp>
      <p:sp>
        <p:nvSpPr>
          <p:cNvPr id="673" name="Google Shape;673;p31"/>
          <p:cNvSpPr txBox="1"/>
          <p:nvPr/>
        </p:nvSpPr>
        <p:spPr>
          <a:xfrm>
            <a:off x="2391934" y="2808551"/>
            <a:ext cx="609900" cy="30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SzPts val="523"/>
              <a:buNone/>
            </a:pPr>
            <a:r>
              <a:rPr lang="ko" sz="822" b="1">
                <a:solidFill>
                  <a:schemeClr val="dk1"/>
                </a:solidFill>
                <a:latin typeface="+mj-ea"/>
                <a:ea typeface="+mj-ea"/>
                <a:cs typeface="Roboto Condensed"/>
                <a:sym typeface="Roboto Condensed"/>
              </a:rPr>
              <a:t>ISCSI Initiator</a:t>
            </a:r>
            <a:endParaRPr sz="822" b="1">
              <a:solidFill>
                <a:schemeClr val="dk1"/>
              </a:solidFill>
              <a:latin typeface="+mj-ea"/>
              <a:ea typeface="+mj-ea"/>
              <a:cs typeface="Roboto Condensed"/>
              <a:sym typeface="Roboto Condensed"/>
            </a:endParaRPr>
          </a:p>
        </p:txBody>
      </p:sp>
      <p:sp>
        <p:nvSpPr>
          <p:cNvPr id="674" name="Google Shape;674;p31"/>
          <p:cNvSpPr txBox="1"/>
          <p:nvPr/>
        </p:nvSpPr>
        <p:spPr>
          <a:xfrm>
            <a:off x="2510222" y="2157802"/>
            <a:ext cx="534905" cy="243714"/>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440"/>
              <a:buNone/>
            </a:pPr>
            <a:r>
              <a:rPr lang="ko" sz="600" b="1">
                <a:solidFill>
                  <a:schemeClr val="dk1"/>
                </a:solidFill>
                <a:latin typeface="+mj-ea"/>
                <a:ea typeface="+mj-ea"/>
                <a:cs typeface="Roboto Condensed"/>
                <a:sym typeface="Roboto Condensed"/>
              </a:rPr>
              <a:t>Server 2</a:t>
            </a:r>
            <a:endParaRPr sz="600" b="1">
              <a:solidFill>
                <a:schemeClr val="dk1"/>
              </a:solidFill>
              <a:latin typeface="+mj-ea"/>
              <a:ea typeface="+mj-ea"/>
              <a:cs typeface="Roboto Condensed"/>
              <a:sym typeface="Roboto Condensed"/>
            </a:endParaRPr>
          </a:p>
        </p:txBody>
      </p:sp>
      <p:sp>
        <p:nvSpPr>
          <p:cNvPr id="675" name="Google Shape;675;p31"/>
          <p:cNvSpPr txBox="1"/>
          <p:nvPr/>
        </p:nvSpPr>
        <p:spPr>
          <a:xfrm>
            <a:off x="3554634" y="2808551"/>
            <a:ext cx="609900" cy="30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SzPts val="523"/>
              <a:buNone/>
            </a:pPr>
            <a:r>
              <a:rPr lang="ko" sz="822" b="1">
                <a:solidFill>
                  <a:schemeClr val="dk1"/>
                </a:solidFill>
                <a:latin typeface="+mj-ea"/>
                <a:ea typeface="+mj-ea"/>
                <a:cs typeface="Roboto Condensed"/>
                <a:sym typeface="Roboto Condensed"/>
              </a:rPr>
              <a:t>ISCSI Initiator</a:t>
            </a:r>
            <a:endParaRPr sz="822" b="1">
              <a:solidFill>
                <a:schemeClr val="dk1"/>
              </a:solidFill>
              <a:latin typeface="+mj-ea"/>
              <a:ea typeface="+mj-ea"/>
              <a:cs typeface="Roboto Condensed"/>
              <a:sym typeface="Roboto Condensed"/>
            </a:endParaRPr>
          </a:p>
        </p:txBody>
      </p:sp>
      <p:sp>
        <p:nvSpPr>
          <p:cNvPr id="676" name="Google Shape;676;p31"/>
          <p:cNvSpPr txBox="1"/>
          <p:nvPr/>
        </p:nvSpPr>
        <p:spPr>
          <a:xfrm>
            <a:off x="3653981" y="2157802"/>
            <a:ext cx="534905" cy="243714"/>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440"/>
              <a:buNone/>
            </a:pPr>
            <a:r>
              <a:rPr lang="ko" sz="600" b="1">
                <a:solidFill>
                  <a:schemeClr val="dk1"/>
                </a:solidFill>
                <a:latin typeface="+mj-ea"/>
                <a:ea typeface="+mj-ea"/>
                <a:cs typeface="Roboto Condensed"/>
                <a:sym typeface="Roboto Condensed"/>
              </a:rPr>
              <a:t>Server 3</a:t>
            </a:r>
            <a:endParaRPr sz="600" b="1">
              <a:solidFill>
                <a:schemeClr val="dk1"/>
              </a:solidFill>
              <a:latin typeface="+mj-ea"/>
              <a:ea typeface="+mj-ea"/>
              <a:cs typeface="Roboto Condensed"/>
              <a:sym typeface="Roboto Condensed"/>
            </a:endParaRPr>
          </a:p>
        </p:txBody>
      </p:sp>
      <p:sp>
        <p:nvSpPr>
          <p:cNvPr id="677" name="Google Shape;677;p31"/>
          <p:cNvSpPr txBox="1"/>
          <p:nvPr/>
        </p:nvSpPr>
        <p:spPr>
          <a:xfrm>
            <a:off x="4717334" y="2808551"/>
            <a:ext cx="609900" cy="30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SzPts val="523"/>
              <a:buNone/>
            </a:pPr>
            <a:r>
              <a:rPr lang="ko" sz="822" b="1">
                <a:solidFill>
                  <a:schemeClr val="dk1"/>
                </a:solidFill>
                <a:latin typeface="+mj-ea"/>
                <a:ea typeface="+mj-ea"/>
                <a:cs typeface="Roboto Condensed"/>
                <a:sym typeface="Roboto Condensed"/>
              </a:rPr>
              <a:t>ISCSI Initiator</a:t>
            </a:r>
            <a:endParaRPr sz="822" b="1">
              <a:solidFill>
                <a:schemeClr val="dk1"/>
              </a:solidFill>
              <a:latin typeface="+mj-ea"/>
              <a:ea typeface="+mj-ea"/>
              <a:cs typeface="Roboto Condensed"/>
              <a:sym typeface="Roboto Condensed"/>
            </a:endParaRPr>
          </a:p>
        </p:txBody>
      </p:sp>
      <p:sp>
        <p:nvSpPr>
          <p:cNvPr id="678" name="Google Shape;678;p31"/>
          <p:cNvSpPr txBox="1"/>
          <p:nvPr/>
        </p:nvSpPr>
        <p:spPr>
          <a:xfrm>
            <a:off x="4797740" y="2157802"/>
            <a:ext cx="534905" cy="243714"/>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440"/>
              <a:buNone/>
            </a:pPr>
            <a:r>
              <a:rPr lang="ko" sz="600" b="1">
                <a:solidFill>
                  <a:schemeClr val="dk1"/>
                </a:solidFill>
                <a:latin typeface="+mj-ea"/>
                <a:ea typeface="+mj-ea"/>
                <a:cs typeface="Roboto Condensed"/>
                <a:sym typeface="Roboto Condensed"/>
              </a:rPr>
              <a:t>Server 4</a:t>
            </a:r>
            <a:endParaRPr sz="600" b="1">
              <a:solidFill>
                <a:schemeClr val="dk1"/>
              </a:solidFill>
              <a:latin typeface="+mj-ea"/>
              <a:ea typeface="+mj-ea"/>
              <a:cs typeface="Roboto Condensed"/>
              <a:sym typeface="Roboto Condensed"/>
            </a:endParaRPr>
          </a:p>
        </p:txBody>
      </p:sp>
      <p:sp>
        <p:nvSpPr>
          <p:cNvPr id="679" name="Google Shape;679;p31"/>
          <p:cNvSpPr txBox="1"/>
          <p:nvPr/>
        </p:nvSpPr>
        <p:spPr>
          <a:xfrm>
            <a:off x="5880034" y="2808551"/>
            <a:ext cx="609900" cy="30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SzPts val="523"/>
              <a:buNone/>
            </a:pPr>
            <a:r>
              <a:rPr lang="ko" sz="822" b="1">
                <a:solidFill>
                  <a:schemeClr val="dk1"/>
                </a:solidFill>
                <a:latin typeface="+mj-ea"/>
                <a:ea typeface="+mj-ea"/>
                <a:cs typeface="Roboto Condensed"/>
                <a:sym typeface="Roboto Condensed"/>
              </a:rPr>
              <a:t>ISCSI Initiator</a:t>
            </a:r>
            <a:endParaRPr sz="822" b="1">
              <a:solidFill>
                <a:schemeClr val="dk1"/>
              </a:solidFill>
              <a:latin typeface="+mj-ea"/>
              <a:ea typeface="+mj-ea"/>
              <a:cs typeface="Roboto Condensed"/>
              <a:sym typeface="Roboto Condensed"/>
            </a:endParaRPr>
          </a:p>
        </p:txBody>
      </p:sp>
      <p:sp>
        <p:nvSpPr>
          <p:cNvPr id="680" name="Google Shape;680;p31"/>
          <p:cNvSpPr txBox="1"/>
          <p:nvPr/>
        </p:nvSpPr>
        <p:spPr>
          <a:xfrm>
            <a:off x="5941499" y="2157802"/>
            <a:ext cx="534905" cy="243714"/>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440"/>
              <a:buNone/>
            </a:pPr>
            <a:r>
              <a:rPr lang="ko" sz="600" b="1">
                <a:solidFill>
                  <a:schemeClr val="dk1"/>
                </a:solidFill>
                <a:latin typeface="+mj-ea"/>
                <a:ea typeface="+mj-ea"/>
                <a:cs typeface="Roboto Condensed"/>
                <a:sym typeface="Roboto Condensed"/>
              </a:rPr>
              <a:t>Server 5</a:t>
            </a:r>
            <a:endParaRPr sz="600" b="1">
              <a:solidFill>
                <a:schemeClr val="dk1"/>
              </a:solidFill>
              <a:latin typeface="+mj-ea"/>
              <a:ea typeface="+mj-ea"/>
              <a:cs typeface="Roboto Condensed"/>
              <a:sym typeface="Roboto Condensed"/>
            </a:endParaRPr>
          </a:p>
        </p:txBody>
      </p:sp>
      <p:sp>
        <p:nvSpPr>
          <p:cNvPr id="681" name="Google Shape;681;p31"/>
          <p:cNvSpPr txBox="1"/>
          <p:nvPr/>
        </p:nvSpPr>
        <p:spPr>
          <a:xfrm>
            <a:off x="7042734" y="2808551"/>
            <a:ext cx="609900" cy="30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SzPts val="523"/>
              <a:buNone/>
            </a:pPr>
            <a:r>
              <a:rPr lang="ko" sz="822" b="1">
                <a:solidFill>
                  <a:schemeClr val="dk1"/>
                </a:solidFill>
                <a:latin typeface="+mj-ea"/>
                <a:ea typeface="+mj-ea"/>
                <a:cs typeface="Roboto Condensed"/>
                <a:sym typeface="Roboto Condensed"/>
              </a:rPr>
              <a:t>ISCSI Initiator</a:t>
            </a:r>
            <a:endParaRPr sz="822" b="1">
              <a:solidFill>
                <a:schemeClr val="dk1"/>
              </a:solidFill>
              <a:latin typeface="+mj-ea"/>
              <a:ea typeface="+mj-ea"/>
              <a:cs typeface="Roboto Condensed"/>
              <a:sym typeface="Roboto Condensed"/>
            </a:endParaRPr>
          </a:p>
        </p:txBody>
      </p:sp>
      <p:sp>
        <p:nvSpPr>
          <p:cNvPr id="682" name="Google Shape;682;p31"/>
          <p:cNvSpPr txBox="1"/>
          <p:nvPr/>
        </p:nvSpPr>
        <p:spPr>
          <a:xfrm>
            <a:off x="7085258" y="2157802"/>
            <a:ext cx="534905" cy="243714"/>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440"/>
              <a:buNone/>
            </a:pPr>
            <a:r>
              <a:rPr lang="ko" sz="600" b="1">
                <a:solidFill>
                  <a:schemeClr val="dk1"/>
                </a:solidFill>
                <a:latin typeface="+mj-ea"/>
                <a:ea typeface="+mj-ea"/>
                <a:cs typeface="Roboto Condensed"/>
                <a:sym typeface="Roboto Condensed"/>
              </a:rPr>
              <a:t>Server 6</a:t>
            </a:r>
            <a:endParaRPr sz="600" b="1">
              <a:solidFill>
                <a:schemeClr val="dk1"/>
              </a:solidFill>
              <a:latin typeface="+mj-ea"/>
              <a:ea typeface="+mj-ea"/>
              <a:cs typeface="Roboto Condensed"/>
              <a:sym typeface="Roboto Condensed"/>
            </a:endParaRPr>
          </a:p>
        </p:txBody>
      </p:sp>
      <p:cxnSp>
        <p:nvCxnSpPr>
          <p:cNvPr id="683" name="Google Shape;683;p31"/>
          <p:cNvCxnSpPr>
            <a:endCxn id="684" idx="1"/>
          </p:cNvCxnSpPr>
          <p:nvPr/>
        </p:nvCxnSpPr>
        <p:spPr>
          <a:xfrm rot="10800000" flipH="1">
            <a:off x="1072650" y="1551713"/>
            <a:ext cx="3249900" cy="9300"/>
          </a:xfrm>
          <a:prstGeom prst="straightConnector1">
            <a:avLst/>
          </a:prstGeom>
          <a:noFill/>
          <a:ln w="9525" cap="flat" cmpd="sng">
            <a:solidFill>
              <a:srgbClr val="434343"/>
            </a:solidFill>
            <a:prstDash val="solid"/>
            <a:round/>
            <a:headEnd type="none" w="med" len="med"/>
            <a:tailEnd type="none" w="med" len="med"/>
          </a:ln>
        </p:spPr>
      </p:cxnSp>
      <p:cxnSp>
        <p:nvCxnSpPr>
          <p:cNvPr id="685" name="Google Shape;685;p31"/>
          <p:cNvCxnSpPr>
            <a:stCxn id="684" idx="3"/>
          </p:cNvCxnSpPr>
          <p:nvPr/>
        </p:nvCxnSpPr>
        <p:spPr>
          <a:xfrm>
            <a:off x="4674300" y="1551713"/>
            <a:ext cx="3235500" cy="9900"/>
          </a:xfrm>
          <a:prstGeom prst="straightConnector1">
            <a:avLst/>
          </a:prstGeom>
          <a:noFill/>
          <a:ln w="9525" cap="flat" cmpd="sng">
            <a:solidFill>
              <a:srgbClr val="434343"/>
            </a:solidFill>
            <a:prstDash val="solid"/>
            <a:round/>
            <a:headEnd type="none" w="med" len="med"/>
            <a:tailEnd type="none" w="med" len="med"/>
          </a:ln>
        </p:spPr>
      </p:cxnSp>
      <p:cxnSp>
        <p:nvCxnSpPr>
          <p:cNvPr id="686" name="Google Shape;686;p31"/>
          <p:cNvCxnSpPr>
            <a:endCxn id="687" idx="0"/>
          </p:cNvCxnSpPr>
          <p:nvPr/>
        </p:nvCxnSpPr>
        <p:spPr>
          <a:xfrm flipH="1">
            <a:off x="1328013" y="1902438"/>
            <a:ext cx="3156300" cy="516600"/>
          </a:xfrm>
          <a:prstGeom prst="bentConnector2">
            <a:avLst/>
          </a:prstGeom>
          <a:noFill/>
          <a:ln w="9525" cap="flat" cmpd="sng">
            <a:solidFill>
              <a:srgbClr val="434343"/>
            </a:solidFill>
            <a:prstDash val="solid"/>
            <a:round/>
            <a:headEnd type="none" w="med" len="med"/>
            <a:tailEnd type="none" w="med" len="med"/>
          </a:ln>
        </p:spPr>
      </p:cxnSp>
      <p:cxnSp>
        <p:nvCxnSpPr>
          <p:cNvPr id="688" name="Google Shape;688;p31"/>
          <p:cNvCxnSpPr>
            <a:endCxn id="689" idx="0"/>
          </p:cNvCxnSpPr>
          <p:nvPr/>
        </p:nvCxnSpPr>
        <p:spPr>
          <a:xfrm flipH="1">
            <a:off x="2469525" y="1902388"/>
            <a:ext cx="2014800" cy="541500"/>
          </a:xfrm>
          <a:prstGeom prst="bentConnector2">
            <a:avLst/>
          </a:prstGeom>
          <a:noFill/>
          <a:ln w="9525" cap="flat" cmpd="sng">
            <a:solidFill>
              <a:srgbClr val="434343"/>
            </a:solidFill>
            <a:prstDash val="solid"/>
            <a:round/>
            <a:headEnd type="none" w="med" len="med"/>
            <a:tailEnd type="none" w="med" len="med"/>
          </a:ln>
        </p:spPr>
      </p:cxnSp>
      <p:cxnSp>
        <p:nvCxnSpPr>
          <p:cNvPr id="690" name="Google Shape;690;p31"/>
          <p:cNvCxnSpPr>
            <a:endCxn id="691" idx="0"/>
          </p:cNvCxnSpPr>
          <p:nvPr/>
        </p:nvCxnSpPr>
        <p:spPr>
          <a:xfrm flipH="1">
            <a:off x="3631800" y="1902300"/>
            <a:ext cx="852900" cy="516900"/>
          </a:xfrm>
          <a:prstGeom prst="bentConnector2">
            <a:avLst/>
          </a:prstGeom>
          <a:noFill/>
          <a:ln w="9525" cap="flat" cmpd="sng">
            <a:solidFill>
              <a:srgbClr val="434343"/>
            </a:solidFill>
            <a:prstDash val="solid"/>
            <a:round/>
            <a:headEnd type="none" w="med" len="med"/>
            <a:tailEnd type="none" w="med" len="med"/>
          </a:ln>
        </p:spPr>
      </p:cxnSp>
      <p:cxnSp>
        <p:nvCxnSpPr>
          <p:cNvPr id="692" name="Google Shape;692;p31"/>
          <p:cNvCxnSpPr>
            <a:endCxn id="693" idx="0"/>
          </p:cNvCxnSpPr>
          <p:nvPr/>
        </p:nvCxnSpPr>
        <p:spPr>
          <a:xfrm rot="-5400000" flipH="1">
            <a:off x="4357963" y="2028700"/>
            <a:ext cx="541800" cy="288900"/>
          </a:xfrm>
          <a:prstGeom prst="bentConnector3">
            <a:avLst>
              <a:gd name="adj1" fmla="val 50000"/>
            </a:avLst>
          </a:prstGeom>
          <a:noFill/>
          <a:ln w="9525" cap="flat" cmpd="sng">
            <a:solidFill>
              <a:srgbClr val="434343"/>
            </a:solidFill>
            <a:prstDash val="solid"/>
            <a:round/>
            <a:headEnd type="none" w="med" len="med"/>
            <a:tailEnd type="none" w="med" len="med"/>
          </a:ln>
        </p:spPr>
      </p:cxnSp>
      <p:cxnSp>
        <p:nvCxnSpPr>
          <p:cNvPr id="694" name="Google Shape;694;p31"/>
          <p:cNvCxnSpPr>
            <a:endCxn id="695" idx="0"/>
          </p:cNvCxnSpPr>
          <p:nvPr/>
        </p:nvCxnSpPr>
        <p:spPr>
          <a:xfrm>
            <a:off x="4484575" y="1902300"/>
            <a:ext cx="1404300" cy="516900"/>
          </a:xfrm>
          <a:prstGeom prst="bentConnector2">
            <a:avLst/>
          </a:prstGeom>
          <a:noFill/>
          <a:ln w="9525" cap="flat" cmpd="sng">
            <a:solidFill>
              <a:srgbClr val="434343"/>
            </a:solidFill>
            <a:prstDash val="solid"/>
            <a:round/>
            <a:headEnd type="none" w="med" len="med"/>
            <a:tailEnd type="none" w="med" len="med"/>
          </a:ln>
        </p:spPr>
      </p:cxnSp>
      <p:cxnSp>
        <p:nvCxnSpPr>
          <p:cNvPr id="696" name="Google Shape;696;p31"/>
          <p:cNvCxnSpPr>
            <a:endCxn id="697" idx="0"/>
          </p:cNvCxnSpPr>
          <p:nvPr/>
        </p:nvCxnSpPr>
        <p:spPr>
          <a:xfrm>
            <a:off x="4484888" y="1902250"/>
            <a:ext cx="2545500" cy="541800"/>
          </a:xfrm>
          <a:prstGeom prst="bentConnector2">
            <a:avLst/>
          </a:prstGeom>
          <a:noFill/>
          <a:ln w="9525" cap="flat" cmpd="sng">
            <a:solidFill>
              <a:srgbClr val="434343"/>
            </a:solidFill>
            <a:prstDash val="solid"/>
            <a:round/>
            <a:headEnd type="none" w="med" len="med"/>
            <a:tailEnd type="none" w="med" len="med"/>
          </a:ln>
        </p:spPr>
      </p:cxnSp>
      <p:cxnSp>
        <p:nvCxnSpPr>
          <p:cNvPr id="698" name="Google Shape;698;p31"/>
          <p:cNvCxnSpPr>
            <a:stCxn id="699" idx="2"/>
            <a:endCxn id="700" idx="1"/>
          </p:cNvCxnSpPr>
          <p:nvPr/>
        </p:nvCxnSpPr>
        <p:spPr>
          <a:xfrm rot="-5400000" flipH="1">
            <a:off x="2857188" y="2021013"/>
            <a:ext cx="646200" cy="2472000"/>
          </a:xfrm>
          <a:prstGeom prst="bentConnector2">
            <a:avLst/>
          </a:prstGeom>
          <a:noFill/>
          <a:ln w="9525" cap="flat" cmpd="sng">
            <a:solidFill>
              <a:srgbClr val="434343"/>
            </a:solidFill>
            <a:prstDash val="solid"/>
            <a:round/>
            <a:headEnd type="none" w="med" len="med"/>
            <a:tailEnd type="none" w="med" len="med"/>
          </a:ln>
        </p:spPr>
      </p:cxnSp>
      <p:sp>
        <p:nvSpPr>
          <p:cNvPr id="701" name="Google Shape;701;p31"/>
          <p:cNvSpPr txBox="1"/>
          <p:nvPr/>
        </p:nvSpPr>
        <p:spPr>
          <a:xfrm>
            <a:off x="4074425" y="3652200"/>
            <a:ext cx="1035300" cy="30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SzPts val="440"/>
              <a:buNone/>
            </a:pPr>
            <a:r>
              <a:rPr lang="ko" sz="839" b="1">
                <a:solidFill>
                  <a:schemeClr val="dk1"/>
                </a:solidFill>
                <a:latin typeface="+mj-ea"/>
                <a:ea typeface="+mj-ea"/>
                <a:cs typeface="Roboto Condensed"/>
                <a:sym typeface="Roboto Condensed"/>
              </a:rPr>
              <a:t>Ethernet Switch</a:t>
            </a:r>
            <a:endParaRPr sz="839" b="1">
              <a:solidFill>
                <a:schemeClr val="dk1"/>
              </a:solidFill>
              <a:latin typeface="+mj-ea"/>
              <a:ea typeface="+mj-ea"/>
              <a:cs typeface="Roboto Condensed"/>
              <a:sym typeface="Roboto Condensed"/>
            </a:endParaRPr>
          </a:p>
        </p:txBody>
      </p:sp>
      <p:cxnSp>
        <p:nvCxnSpPr>
          <p:cNvPr id="702" name="Google Shape;702;p31"/>
          <p:cNvCxnSpPr>
            <a:stCxn id="703" idx="2"/>
            <a:endCxn id="700" idx="1"/>
          </p:cNvCxnSpPr>
          <p:nvPr/>
        </p:nvCxnSpPr>
        <p:spPr>
          <a:xfrm rot="-5400000" flipH="1">
            <a:off x="3440400" y="2604163"/>
            <a:ext cx="621300" cy="1330500"/>
          </a:xfrm>
          <a:prstGeom prst="bentConnector2">
            <a:avLst/>
          </a:prstGeom>
          <a:noFill/>
          <a:ln w="9525" cap="flat" cmpd="sng">
            <a:solidFill>
              <a:srgbClr val="434343"/>
            </a:solidFill>
            <a:prstDash val="solid"/>
            <a:round/>
            <a:headEnd type="none" w="med" len="med"/>
            <a:tailEnd type="none" w="med" len="med"/>
          </a:ln>
        </p:spPr>
      </p:cxnSp>
      <p:cxnSp>
        <p:nvCxnSpPr>
          <p:cNvPr id="704" name="Google Shape;704;p31"/>
          <p:cNvCxnSpPr>
            <a:stCxn id="705" idx="2"/>
            <a:endCxn id="700" idx="0"/>
          </p:cNvCxnSpPr>
          <p:nvPr/>
        </p:nvCxnSpPr>
        <p:spPr>
          <a:xfrm rot="-5400000" flipH="1">
            <a:off x="4185075" y="2997075"/>
            <a:ext cx="470100" cy="344100"/>
          </a:xfrm>
          <a:prstGeom prst="bentConnector3">
            <a:avLst>
              <a:gd name="adj1" fmla="val 49992"/>
            </a:avLst>
          </a:prstGeom>
          <a:noFill/>
          <a:ln w="9525" cap="flat" cmpd="sng">
            <a:solidFill>
              <a:srgbClr val="434343"/>
            </a:solidFill>
            <a:prstDash val="solid"/>
            <a:round/>
            <a:headEnd type="none" w="med" len="med"/>
            <a:tailEnd type="none" w="med" len="med"/>
          </a:ln>
        </p:spPr>
      </p:cxnSp>
      <p:cxnSp>
        <p:nvCxnSpPr>
          <p:cNvPr id="706" name="Google Shape;706;p31"/>
          <p:cNvCxnSpPr>
            <a:stCxn id="707" idx="2"/>
            <a:endCxn id="700" idx="3"/>
          </p:cNvCxnSpPr>
          <p:nvPr/>
        </p:nvCxnSpPr>
        <p:spPr>
          <a:xfrm rot="5400000">
            <a:off x="4768288" y="2958625"/>
            <a:ext cx="621000" cy="621600"/>
          </a:xfrm>
          <a:prstGeom prst="bentConnector2">
            <a:avLst/>
          </a:prstGeom>
          <a:noFill/>
          <a:ln w="9525" cap="flat" cmpd="sng">
            <a:solidFill>
              <a:srgbClr val="434343"/>
            </a:solidFill>
            <a:prstDash val="solid"/>
            <a:round/>
            <a:headEnd type="none" w="med" len="med"/>
            <a:tailEnd type="none" w="med" len="med"/>
          </a:ln>
        </p:spPr>
      </p:cxnSp>
      <p:cxnSp>
        <p:nvCxnSpPr>
          <p:cNvPr id="708" name="Google Shape;708;p31"/>
          <p:cNvCxnSpPr>
            <a:stCxn id="709" idx="2"/>
            <a:endCxn id="700" idx="3"/>
          </p:cNvCxnSpPr>
          <p:nvPr/>
        </p:nvCxnSpPr>
        <p:spPr>
          <a:xfrm rot="5400000">
            <a:off x="5313550" y="2388375"/>
            <a:ext cx="645900" cy="1737300"/>
          </a:xfrm>
          <a:prstGeom prst="bentConnector2">
            <a:avLst/>
          </a:prstGeom>
          <a:noFill/>
          <a:ln w="9525" cap="flat" cmpd="sng">
            <a:solidFill>
              <a:srgbClr val="434343"/>
            </a:solidFill>
            <a:prstDash val="solid"/>
            <a:round/>
            <a:headEnd type="none" w="med" len="med"/>
            <a:tailEnd type="none" w="med" len="med"/>
          </a:ln>
        </p:spPr>
      </p:cxnSp>
      <p:cxnSp>
        <p:nvCxnSpPr>
          <p:cNvPr id="710" name="Google Shape;710;p31"/>
          <p:cNvCxnSpPr>
            <a:stCxn id="711" idx="2"/>
            <a:endCxn id="700" idx="3"/>
          </p:cNvCxnSpPr>
          <p:nvPr/>
        </p:nvCxnSpPr>
        <p:spPr>
          <a:xfrm rot="5400000">
            <a:off x="5896763" y="1830025"/>
            <a:ext cx="621000" cy="2878800"/>
          </a:xfrm>
          <a:prstGeom prst="bentConnector2">
            <a:avLst/>
          </a:prstGeom>
          <a:noFill/>
          <a:ln w="9525" cap="flat" cmpd="sng">
            <a:solidFill>
              <a:srgbClr val="434343"/>
            </a:solidFill>
            <a:prstDash val="solid"/>
            <a:round/>
            <a:headEnd type="none" w="med" len="med"/>
            <a:tailEnd type="none" w="med" len="med"/>
          </a:ln>
        </p:spPr>
      </p:cxnSp>
      <p:sp>
        <p:nvSpPr>
          <p:cNvPr id="712" name="Google Shape;712;p31"/>
          <p:cNvSpPr txBox="1"/>
          <p:nvPr/>
        </p:nvSpPr>
        <p:spPr>
          <a:xfrm>
            <a:off x="2819949" y="4304864"/>
            <a:ext cx="600000" cy="3051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440"/>
              <a:buNone/>
            </a:pPr>
            <a:r>
              <a:rPr lang="ko" sz="740" b="1">
                <a:solidFill>
                  <a:schemeClr val="dk1"/>
                </a:solidFill>
                <a:latin typeface="+mj-ea"/>
                <a:ea typeface="+mj-ea"/>
                <a:cs typeface="Roboto Condensed"/>
                <a:sym typeface="Roboto Condensed"/>
              </a:rPr>
              <a:t>ISCSI Target Server</a:t>
            </a:r>
            <a:endParaRPr sz="740" b="1">
              <a:solidFill>
                <a:schemeClr val="dk1"/>
              </a:solidFill>
              <a:latin typeface="+mj-ea"/>
              <a:ea typeface="+mj-ea"/>
              <a:cs typeface="Roboto Condensed"/>
              <a:sym typeface="Roboto Condensed"/>
            </a:endParaRPr>
          </a:p>
        </p:txBody>
      </p:sp>
      <p:sp>
        <p:nvSpPr>
          <p:cNvPr id="713" name="Google Shape;713;p31"/>
          <p:cNvSpPr txBox="1"/>
          <p:nvPr/>
        </p:nvSpPr>
        <p:spPr>
          <a:xfrm>
            <a:off x="2852524" y="3778892"/>
            <a:ext cx="534900" cy="2436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440"/>
              <a:buNone/>
            </a:pPr>
            <a:r>
              <a:rPr lang="ko" sz="600" b="1">
                <a:solidFill>
                  <a:schemeClr val="dk1"/>
                </a:solidFill>
                <a:latin typeface="+mj-ea"/>
                <a:ea typeface="+mj-ea"/>
                <a:cs typeface="Roboto Condensed"/>
                <a:sym typeface="Roboto Condensed"/>
              </a:rPr>
              <a:t>Server 7</a:t>
            </a:r>
            <a:endParaRPr sz="600" b="1">
              <a:solidFill>
                <a:schemeClr val="dk1"/>
              </a:solidFill>
              <a:latin typeface="+mj-ea"/>
              <a:ea typeface="+mj-ea"/>
              <a:cs typeface="Roboto Condensed"/>
              <a:sym typeface="Roboto Condensed"/>
            </a:endParaRPr>
          </a:p>
        </p:txBody>
      </p:sp>
      <p:cxnSp>
        <p:nvCxnSpPr>
          <p:cNvPr id="714" name="Google Shape;714;p31"/>
          <p:cNvCxnSpPr>
            <a:endCxn id="663" idx="3"/>
          </p:cNvCxnSpPr>
          <p:nvPr/>
        </p:nvCxnSpPr>
        <p:spPr>
          <a:xfrm flipH="1">
            <a:off x="3637600" y="3874150"/>
            <a:ext cx="950700" cy="373500"/>
          </a:xfrm>
          <a:prstGeom prst="bentConnector3">
            <a:avLst>
              <a:gd name="adj1" fmla="val -53"/>
            </a:avLst>
          </a:prstGeom>
          <a:noFill/>
          <a:ln w="9525" cap="flat" cmpd="sng">
            <a:solidFill>
              <a:srgbClr val="434343"/>
            </a:solidFill>
            <a:prstDash val="solid"/>
            <a:round/>
            <a:headEnd type="none" w="med" len="med"/>
            <a:tailEnd type="none" w="med" len="med"/>
          </a:ln>
        </p:spPr>
      </p:cxnSp>
      <p:sp>
        <p:nvSpPr>
          <p:cNvPr id="715" name="Google Shape;715;p31"/>
          <p:cNvSpPr txBox="1"/>
          <p:nvPr/>
        </p:nvSpPr>
        <p:spPr>
          <a:xfrm>
            <a:off x="1268356" y="4277135"/>
            <a:ext cx="534900" cy="243600"/>
          </a:xfrm>
          <a:prstGeom prst="rect">
            <a:avLst/>
          </a:prstGeom>
          <a:noFill/>
          <a:ln>
            <a:noFill/>
          </a:ln>
        </p:spPr>
        <p:txBody>
          <a:bodyPr spcFirstLastPara="1" wrap="square" lIns="91425" tIns="91425" rIns="91425" bIns="91425" anchor="t" anchorCtr="0">
            <a:noAutofit/>
          </a:bodyPr>
          <a:lstStyle/>
          <a:p>
            <a:pPr marL="0" lvl="0" indent="0" algn="ctr" rtl="0">
              <a:lnSpc>
                <a:spcPct val="90000"/>
              </a:lnSpc>
              <a:spcBef>
                <a:spcPts val="0"/>
              </a:spcBef>
              <a:spcAft>
                <a:spcPts val="0"/>
              </a:spcAft>
              <a:buSzPts val="440"/>
              <a:buNone/>
            </a:pPr>
            <a:r>
              <a:rPr lang="ko" sz="839" b="1">
                <a:solidFill>
                  <a:schemeClr val="dk1"/>
                </a:solidFill>
                <a:latin typeface="+mj-ea"/>
                <a:ea typeface="+mj-ea"/>
                <a:cs typeface="Roboto Condensed"/>
                <a:sym typeface="Roboto Condensed"/>
              </a:rPr>
              <a:t>ShareDisks</a:t>
            </a:r>
            <a:endParaRPr sz="839" b="1">
              <a:solidFill>
                <a:schemeClr val="dk1"/>
              </a:solidFill>
              <a:latin typeface="+mj-ea"/>
              <a:ea typeface="+mj-ea"/>
              <a:cs typeface="Roboto Condensed"/>
              <a:sym typeface="Roboto Condensed"/>
            </a:endParaRPr>
          </a:p>
        </p:txBody>
      </p:sp>
      <p:sp>
        <p:nvSpPr>
          <p:cNvPr id="716" name="Google Shape;716;p31"/>
          <p:cNvSpPr txBox="1"/>
          <p:nvPr/>
        </p:nvSpPr>
        <p:spPr>
          <a:xfrm>
            <a:off x="663075" y="2264150"/>
            <a:ext cx="552300" cy="3396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605"/>
              <a:buNone/>
            </a:pPr>
            <a:r>
              <a:rPr lang="ko" sz="705" b="1">
                <a:solidFill>
                  <a:schemeClr val="dk1"/>
                </a:solidFill>
                <a:latin typeface="+mj-ea"/>
                <a:ea typeface="+mj-ea"/>
                <a:cs typeface="Roboto Condensed"/>
                <a:sym typeface="Roboto Condensed"/>
              </a:rPr>
              <a:t>Ethernet </a:t>
            </a:r>
            <a:endParaRPr sz="705" b="1">
              <a:solidFill>
                <a:schemeClr val="dk1"/>
              </a:solidFill>
              <a:latin typeface="+mj-ea"/>
              <a:ea typeface="+mj-ea"/>
              <a:cs typeface="Roboto Condensed"/>
              <a:sym typeface="Roboto Condensed"/>
            </a:endParaRPr>
          </a:p>
          <a:p>
            <a:pPr marL="0" lvl="0" indent="0" algn="ctr" rtl="0">
              <a:lnSpc>
                <a:spcPct val="80000"/>
              </a:lnSpc>
              <a:spcBef>
                <a:spcPts val="0"/>
              </a:spcBef>
              <a:spcAft>
                <a:spcPts val="0"/>
              </a:spcAft>
              <a:buSzPts val="605"/>
              <a:buNone/>
            </a:pPr>
            <a:r>
              <a:rPr lang="ko" sz="705" b="1">
                <a:solidFill>
                  <a:schemeClr val="dk1"/>
                </a:solidFill>
                <a:latin typeface="+mj-ea"/>
                <a:ea typeface="+mj-ea"/>
                <a:cs typeface="Roboto Condensed"/>
                <a:sym typeface="Roboto Condensed"/>
              </a:rPr>
              <a:t>Card(s)</a:t>
            </a:r>
            <a:endParaRPr sz="705" b="1">
              <a:solidFill>
                <a:schemeClr val="dk1"/>
              </a:solidFill>
              <a:latin typeface="+mj-ea"/>
              <a:ea typeface="+mj-ea"/>
              <a:cs typeface="Roboto Condensed"/>
              <a:sym typeface="Roboto Condensed"/>
            </a:endParaRPr>
          </a:p>
        </p:txBody>
      </p:sp>
      <p:sp>
        <p:nvSpPr>
          <p:cNvPr id="717" name="Google Shape;717;p31"/>
          <p:cNvSpPr txBox="1"/>
          <p:nvPr/>
        </p:nvSpPr>
        <p:spPr>
          <a:xfrm>
            <a:off x="7825901" y="2739275"/>
            <a:ext cx="552300" cy="3396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605"/>
              <a:buNone/>
            </a:pPr>
            <a:r>
              <a:rPr lang="ko" sz="705" b="1">
                <a:solidFill>
                  <a:schemeClr val="dk1"/>
                </a:solidFill>
                <a:latin typeface="+mj-ea"/>
                <a:ea typeface="+mj-ea"/>
                <a:cs typeface="Roboto Condensed"/>
                <a:sym typeface="Roboto Condensed"/>
              </a:rPr>
              <a:t>Ethernet </a:t>
            </a:r>
            <a:endParaRPr sz="705" b="1">
              <a:solidFill>
                <a:schemeClr val="dk1"/>
              </a:solidFill>
              <a:latin typeface="+mj-ea"/>
              <a:ea typeface="+mj-ea"/>
              <a:cs typeface="Roboto Condensed"/>
              <a:sym typeface="Roboto Condensed"/>
            </a:endParaRPr>
          </a:p>
          <a:p>
            <a:pPr marL="0" lvl="0" indent="0" algn="ctr" rtl="0">
              <a:lnSpc>
                <a:spcPct val="80000"/>
              </a:lnSpc>
              <a:spcBef>
                <a:spcPts val="0"/>
              </a:spcBef>
              <a:spcAft>
                <a:spcPts val="0"/>
              </a:spcAft>
              <a:buSzPts val="605"/>
              <a:buNone/>
            </a:pPr>
            <a:r>
              <a:rPr lang="ko" sz="705" b="1">
                <a:solidFill>
                  <a:schemeClr val="dk1"/>
                </a:solidFill>
                <a:latin typeface="+mj-ea"/>
                <a:ea typeface="+mj-ea"/>
                <a:cs typeface="Roboto Condensed"/>
                <a:sym typeface="Roboto Condensed"/>
              </a:rPr>
              <a:t>Card(s)</a:t>
            </a:r>
            <a:endParaRPr sz="705" b="1">
              <a:solidFill>
                <a:schemeClr val="dk1"/>
              </a:solidFill>
              <a:latin typeface="+mj-ea"/>
              <a:ea typeface="+mj-ea"/>
              <a:cs typeface="Roboto Condensed"/>
              <a:sym typeface="Roboto Condensed"/>
            </a:endParaRPr>
          </a:p>
        </p:txBody>
      </p:sp>
      <p:sp>
        <p:nvSpPr>
          <p:cNvPr id="718" name="Google Shape;718;p31"/>
          <p:cNvSpPr txBox="1"/>
          <p:nvPr/>
        </p:nvSpPr>
        <p:spPr>
          <a:xfrm>
            <a:off x="2237877" y="1284150"/>
            <a:ext cx="1182300" cy="339600"/>
          </a:xfrm>
          <a:prstGeom prst="rect">
            <a:avLst/>
          </a:prstGeom>
          <a:noFill/>
          <a:ln>
            <a:noFill/>
          </a:ln>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ko" sz="1100" b="1">
                <a:solidFill>
                  <a:schemeClr val="dk1"/>
                </a:solidFill>
                <a:latin typeface="+mj-ea"/>
                <a:ea typeface="+mj-ea"/>
                <a:cs typeface="Roboto Condensed"/>
                <a:sym typeface="Roboto Condensed"/>
              </a:rPr>
              <a:t>Network Backbone</a:t>
            </a:r>
            <a:endParaRPr sz="1100" b="1">
              <a:solidFill>
                <a:schemeClr val="dk1"/>
              </a:solidFill>
              <a:latin typeface="+mj-ea"/>
              <a:ea typeface="+mj-ea"/>
              <a:cs typeface="Roboto Condensed"/>
              <a:sym typeface="Roboto Condensed"/>
            </a:endParaRPr>
          </a:p>
        </p:txBody>
      </p:sp>
      <p:sp>
        <p:nvSpPr>
          <p:cNvPr id="719" name="Google Shape;719;p31"/>
          <p:cNvSpPr txBox="1"/>
          <p:nvPr/>
        </p:nvSpPr>
        <p:spPr>
          <a:xfrm>
            <a:off x="6026975" y="1284150"/>
            <a:ext cx="1182300" cy="339600"/>
          </a:xfrm>
          <a:prstGeom prst="rect">
            <a:avLst/>
          </a:prstGeom>
          <a:noFill/>
          <a:ln>
            <a:noFill/>
          </a:ln>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ko" sz="1100" b="1">
                <a:solidFill>
                  <a:schemeClr val="dk1"/>
                </a:solidFill>
                <a:latin typeface="+mj-ea"/>
                <a:ea typeface="+mj-ea"/>
                <a:cs typeface="Roboto Condensed"/>
                <a:sym typeface="Roboto Condensed"/>
              </a:rPr>
              <a:t>Network Backbone</a:t>
            </a:r>
            <a:endParaRPr sz="1100" b="1">
              <a:solidFill>
                <a:schemeClr val="dk1"/>
              </a:solidFill>
              <a:latin typeface="+mj-ea"/>
              <a:ea typeface="+mj-ea"/>
              <a:cs typeface="Roboto Condensed"/>
              <a:sym typeface="Roboto Condensed"/>
            </a:endParaRPr>
          </a:p>
        </p:txBody>
      </p:sp>
      <p:pic>
        <p:nvPicPr>
          <p:cNvPr id="720" name="Google Shape;720;p31"/>
          <p:cNvPicPr preferRelativeResize="0"/>
          <p:nvPr/>
        </p:nvPicPr>
        <p:blipFill>
          <a:blip r:embed="rId3">
            <a:alphaModFix/>
          </a:blip>
          <a:stretch>
            <a:fillRect/>
          </a:stretch>
        </p:blipFill>
        <p:spPr>
          <a:xfrm>
            <a:off x="1366463" y="3922925"/>
            <a:ext cx="420275" cy="420275"/>
          </a:xfrm>
          <a:prstGeom prst="rect">
            <a:avLst/>
          </a:prstGeom>
          <a:noFill/>
          <a:ln>
            <a:noFill/>
          </a:ln>
        </p:spPr>
      </p:pic>
      <p:pic>
        <p:nvPicPr>
          <p:cNvPr id="721" name="Google Shape;721;p31"/>
          <p:cNvPicPr preferRelativeResize="0"/>
          <p:nvPr/>
        </p:nvPicPr>
        <p:blipFill>
          <a:blip r:embed="rId4">
            <a:alphaModFix/>
          </a:blip>
          <a:stretch>
            <a:fillRect/>
          </a:stretch>
        </p:blipFill>
        <p:spPr>
          <a:xfrm>
            <a:off x="1458046" y="2497991"/>
            <a:ext cx="351750" cy="351750"/>
          </a:xfrm>
          <a:prstGeom prst="rect">
            <a:avLst/>
          </a:prstGeom>
          <a:noFill/>
          <a:ln>
            <a:noFill/>
          </a:ln>
        </p:spPr>
      </p:pic>
      <p:pic>
        <p:nvPicPr>
          <p:cNvPr id="722" name="Google Shape;722;p31"/>
          <p:cNvPicPr preferRelativeResize="0"/>
          <p:nvPr/>
        </p:nvPicPr>
        <p:blipFill>
          <a:blip r:embed="rId4">
            <a:alphaModFix/>
          </a:blip>
          <a:stretch>
            <a:fillRect/>
          </a:stretch>
        </p:blipFill>
        <p:spPr>
          <a:xfrm>
            <a:off x="2601809" y="2497991"/>
            <a:ext cx="351750" cy="351750"/>
          </a:xfrm>
          <a:prstGeom prst="rect">
            <a:avLst/>
          </a:prstGeom>
          <a:noFill/>
          <a:ln>
            <a:noFill/>
          </a:ln>
        </p:spPr>
      </p:pic>
      <p:pic>
        <p:nvPicPr>
          <p:cNvPr id="723" name="Google Shape;723;p31"/>
          <p:cNvPicPr preferRelativeResize="0"/>
          <p:nvPr/>
        </p:nvPicPr>
        <p:blipFill>
          <a:blip r:embed="rId4">
            <a:alphaModFix/>
          </a:blip>
          <a:stretch>
            <a:fillRect/>
          </a:stretch>
        </p:blipFill>
        <p:spPr>
          <a:xfrm>
            <a:off x="3764184" y="2491841"/>
            <a:ext cx="351750" cy="351750"/>
          </a:xfrm>
          <a:prstGeom prst="rect">
            <a:avLst/>
          </a:prstGeom>
          <a:noFill/>
          <a:ln>
            <a:noFill/>
          </a:ln>
        </p:spPr>
      </p:pic>
      <p:pic>
        <p:nvPicPr>
          <p:cNvPr id="724" name="Google Shape;724;p31"/>
          <p:cNvPicPr preferRelativeResize="0"/>
          <p:nvPr/>
        </p:nvPicPr>
        <p:blipFill>
          <a:blip r:embed="rId4">
            <a:alphaModFix/>
          </a:blip>
          <a:stretch>
            <a:fillRect/>
          </a:stretch>
        </p:blipFill>
        <p:spPr>
          <a:xfrm>
            <a:off x="4907946" y="2491841"/>
            <a:ext cx="351750" cy="351750"/>
          </a:xfrm>
          <a:prstGeom prst="rect">
            <a:avLst/>
          </a:prstGeom>
          <a:noFill/>
          <a:ln>
            <a:noFill/>
          </a:ln>
        </p:spPr>
      </p:pic>
      <p:pic>
        <p:nvPicPr>
          <p:cNvPr id="725" name="Google Shape;725;p31"/>
          <p:cNvPicPr preferRelativeResize="0"/>
          <p:nvPr/>
        </p:nvPicPr>
        <p:blipFill>
          <a:blip r:embed="rId4">
            <a:alphaModFix/>
          </a:blip>
          <a:stretch>
            <a:fillRect/>
          </a:stretch>
        </p:blipFill>
        <p:spPr>
          <a:xfrm>
            <a:off x="6014446" y="2491791"/>
            <a:ext cx="351750" cy="351750"/>
          </a:xfrm>
          <a:prstGeom prst="rect">
            <a:avLst/>
          </a:prstGeom>
          <a:noFill/>
          <a:ln>
            <a:noFill/>
          </a:ln>
        </p:spPr>
      </p:pic>
      <p:pic>
        <p:nvPicPr>
          <p:cNvPr id="726" name="Google Shape;726;p31"/>
          <p:cNvPicPr preferRelativeResize="0"/>
          <p:nvPr/>
        </p:nvPicPr>
        <p:blipFill>
          <a:blip r:embed="rId4">
            <a:alphaModFix/>
          </a:blip>
          <a:stretch>
            <a:fillRect/>
          </a:stretch>
        </p:blipFill>
        <p:spPr>
          <a:xfrm>
            <a:off x="7158209" y="2491791"/>
            <a:ext cx="351750" cy="351750"/>
          </a:xfrm>
          <a:prstGeom prst="rect">
            <a:avLst/>
          </a:prstGeom>
          <a:noFill/>
          <a:ln>
            <a:noFill/>
          </a:ln>
        </p:spPr>
      </p:pic>
      <p:pic>
        <p:nvPicPr>
          <p:cNvPr id="727" name="Google Shape;727;p31"/>
          <p:cNvPicPr preferRelativeResize="0"/>
          <p:nvPr/>
        </p:nvPicPr>
        <p:blipFill>
          <a:blip r:embed="rId4">
            <a:alphaModFix/>
          </a:blip>
          <a:stretch>
            <a:fillRect/>
          </a:stretch>
        </p:blipFill>
        <p:spPr>
          <a:xfrm>
            <a:off x="2944096" y="3995916"/>
            <a:ext cx="351750" cy="351750"/>
          </a:xfrm>
          <a:prstGeom prst="rect">
            <a:avLst/>
          </a:prstGeom>
          <a:noFill/>
          <a:ln>
            <a:noFill/>
          </a:ln>
        </p:spPr>
      </p:pic>
      <p:pic>
        <p:nvPicPr>
          <p:cNvPr id="687" name="Google Shape;687;p31"/>
          <p:cNvPicPr preferRelativeResize="0"/>
          <p:nvPr/>
        </p:nvPicPr>
        <p:blipFill>
          <a:blip r:embed="rId5">
            <a:alphaModFix/>
          </a:blip>
          <a:stretch>
            <a:fillRect/>
          </a:stretch>
        </p:blipFill>
        <p:spPr>
          <a:xfrm>
            <a:off x="1206213" y="2419038"/>
            <a:ext cx="243600" cy="243600"/>
          </a:xfrm>
          <a:prstGeom prst="rect">
            <a:avLst/>
          </a:prstGeom>
          <a:noFill/>
          <a:ln>
            <a:noFill/>
          </a:ln>
        </p:spPr>
      </p:pic>
      <p:pic>
        <p:nvPicPr>
          <p:cNvPr id="699" name="Google Shape;699;p31"/>
          <p:cNvPicPr preferRelativeResize="0"/>
          <p:nvPr/>
        </p:nvPicPr>
        <p:blipFill>
          <a:blip r:embed="rId5">
            <a:alphaModFix/>
          </a:blip>
          <a:stretch>
            <a:fillRect/>
          </a:stretch>
        </p:blipFill>
        <p:spPr>
          <a:xfrm>
            <a:off x="1822488" y="2690313"/>
            <a:ext cx="243600" cy="243600"/>
          </a:xfrm>
          <a:prstGeom prst="rect">
            <a:avLst/>
          </a:prstGeom>
          <a:noFill/>
          <a:ln>
            <a:noFill/>
          </a:ln>
        </p:spPr>
      </p:pic>
      <p:pic>
        <p:nvPicPr>
          <p:cNvPr id="689" name="Google Shape;689;p31"/>
          <p:cNvPicPr preferRelativeResize="0"/>
          <p:nvPr/>
        </p:nvPicPr>
        <p:blipFill>
          <a:blip r:embed="rId5">
            <a:alphaModFix/>
          </a:blip>
          <a:stretch>
            <a:fillRect/>
          </a:stretch>
        </p:blipFill>
        <p:spPr>
          <a:xfrm>
            <a:off x="2347725" y="2443888"/>
            <a:ext cx="243600" cy="243600"/>
          </a:xfrm>
          <a:prstGeom prst="rect">
            <a:avLst/>
          </a:prstGeom>
          <a:noFill/>
          <a:ln>
            <a:noFill/>
          </a:ln>
        </p:spPr>
      </p:pic>
      <p:pic>
        <p:nvPicPr>
          <p:cNvPr id="703" name="Google Shape;703;p31"/>
          <p:cNvPicPr preferRelativeResize="0"/>
          <p:nvPr/>
        </p:nvPicPr>
        <p:blipFill>
          <a:blip r:embed="rId5">
            <a:alphaModFix/>
          </a:blip>
          <a:stretch>
            <a:fillRect/>
          </a:stretch>
        </p:blipFill>
        <p:spPr>
          <a:xfrm>
            <a:off x="2964000" y="2715163"/>
            <a:ext cx="243600" cy="243600"/>
          </a:xfrm>
          <a:prstGeom prst="rect">
            <a:avLst/>
          </a:prstGeom>
          <a:noFill/>
          <a:ln>
            <a:noFill/>
          </a:ln>
        </p:spPr>
      </p:pic>
      <p:pic>
        <p:nvPicPr>
          <p:cNvPr id="691" name="Google Shape;691;p31"/>
          <p:cNvPicPr preferRelativeResize="0"/>
          <p:nvPr/>
        </p:nvPicPr>
        <p:blipFill>
          <a:blip r:embed="rId5">
            <a:alphaModFix/>
          </a:blip>
          <a:stretch>
            <a:fillRect/>
          </a:stretch>
        </p:blipFill>
        <p:spPr>
          <a:xfrm>
            <a:off x="3510000" y="2419200"/>
            <a:ext cx="243600" cy="243600"/>
          </a:xfrm>
          <a:prstGeom prst="rect">
            <a:avLst/>
          </a:prstGeom>
          <a:noFill/>
          <a:ln>
            <a:noFill/>
          </a:ln>
        </p:spPr>
      </p:pic>
      <p:pic>
        <p:nvPicPr>
          <p:cNvPr id="705" name="Google Shape;705;p31"/>
          <p:cNvPicPr preferRelativeResize="0"/>
          <p:nvPr/>
        </p:nvPicPr>
        <p:blipFill>
          <a:blip r:embed="rId5">
            <a:alphaModFix/>
          </a:blip>
          <a:stretch>
            <a:fillRect/>
          </a:stretch>
        </p:blipFill>
        <p:spPr>
          <a:xfrm>
            <a:off x="4126275" y="2690475"/>
            <a:ext cx="243600" cy="243600"/>
          </a:xfrm>
          <a:prstGeom prst="rect">
            <a:avLst/>
          </a:prstGeom>
          <a:noFill/>
          <a:ln>
            <a:noFill/>
          </a:ln>
        </p:spPr>
      </p:pic>
      <p:pic>
        <p:nvPicPr>
          <p:cNvPr id="693" name="Google Shape;693;p31"/>
          <p:cNvPicPr preferRelativeResize="0"/>
          <p:nvPr/>
        </p:nvPicPr>
        <p:blipFill>
          <a:blip r:embed="rId5">
            <a:alphaModFix/>
          </a:blip>
          <a:stretch>
            <a:fillRect/>
          </a:stretch>
        </p:blipFill>
        <p:spPr>
          <a:xfrm>
            <a:off x="4651513" y="2444050"/>
            <a:ext cx="243600" cy="243600"/>
          </a:xfrm>
          <a:prstGeom prst="rect">
            <a:avLst/>
          </a:prstGeom>
          <a:noFill/>
          <a:ln>
            <a:noFill/>
          </a:ln>
        </p:spPr>
      </p:pic>
      <p:pic>
        <p:nvPicPr>
          <p:cNvPr id="707" name="Google Shape;707;p31"/>
          <p:cNvPicPr preferRelativeResize="0"/>
          <p:nvPr/>
        </p:nvPicPr>
        <p:blipFill>
          <a:blip r:embed="rId5">
            <a:alphaModFix/>
          </a:blip>
          <a:stretch>
            <a:fillRect/>
          </a:stretch>
        </p:blipFill>
        <p:spPr>
          <a:xfrm>
            <a:off x="5267788" y="2715325"/>
            <a:ext cx="243600" cy="243600"/>
          </a:xfrm>
          <a:prstGeom prst="rect">
            <a:avLst/>
          </a:prstGeom>
          <a:noFill/>
          <a:ln>
            <a:noFill/>
          </a:ln>
        </p:spPr>
      </p:pic>
      <p:pic>
        <p:nvPicPr>
          <p:cNvPr id="695" name="Google Shape;695;p31"/>
          <p:cNvPicPr preferRelativeResize="0"/>
          <p:nvPr/>
        </p:nvPicPr>
        <p:blipFill>
          <a:blip r:embed="rId5">
            <a:alphaModFix/>
          </a:blip>
          <a:stretch>
            <a:fillRect/>
          </a:stretch>
        </p:blipFill>
        <p:spPr>
          <a:xfrm>
            <a:off x="5767075" y="2419200"/>
            <a:ext cx="243600" cy="243600"/>
          </a:xfrm>
          <a:prstGeom prst="rect">
            <a:avLst/>
          </a:prstGeom>
          <a:noFill/>
          <a:ln>
            <a:noFill/>
          </a:ln>
        </p:spPr>
      </p:pic>
      <p:pic>
        <p:nvPicPr>
          <p:cNvPr id="709" name="Google Shape;709;p31"/>
          <p:cNvPicPr preferRelativeResize="0"/>
          <p:nvPr/>
        </p:nvPicPr>
        <p:blipFill>
          <a:blip r:embed="rId5">
            <a:alphaModFix/>
          </a:blip>
          <a:stretch>
            <a:fillRect/>
          </a:stretch>
        </p:blipFill>
        <p:spPr>
          <a:xfrm>
            <a:off x="6383350" y="2690475"/>
            <a:ext cx="243600" cy="243600"/>
          </a:xfrm>
          <a:prstGeom prst="rect">
            <a:avLst/>
          </a:prstGeom>
          <a:noFill/>
          <a:ln>
            <a:noFill/>
          </a:ln>
        </p:spPr>
      </p:pic>
      <p:pic>
        <p:nvPicPr>
          <p:cNvPr id="697" name="Google Shape;697;p31"/>
          <p:cNvPicPr preferRelativeResize="0"/>
          <p:nvPr/>
        </p:nvPicPr>
        <p:blipFill>
          <a:blip r:embed="rId5">
            <a:alphaModFix/>
          </a:blip>
          <a:stretch>
            <a:fillRect/>
          </a:stretch>
        </p:blipFill>
        <p:spPr>
          <a:xfrm>
            <a:off x="6908588" y="2444050"/>
            <a:ext cx="243600" cy="243600"/>
          </a:xfrm>
          <a:prstGeom prst="rect">
            <a:avLst/>
          </a:prstGeom>
          <a:noFill/>
          <a:ln>
            <a:noFill/>
          </a:ln>
        </p:spPr>
      </p:pic>
      <p:pic>
        <p:nvPicPr>
          <p:cNvPr id="711" name="Google Shape;711;p31"/>
          <p:cNvPicPr preferRelativeResize="0"/>
          <p:nvPr/>
        </p:nvPicPr>
        <p:blipFill>
          <a:blip r:embed="rId5">
            <a:alphaModFix/>
          </a:blip>
          <a:stretch>
            <a:fillRect/>
          </a:stretch>
        </p:blipFill>
        <p:spPr>
          <a:xfrm>
            <a:off x="7524863" y="2715325"/>
            <a:ext cx="243600" cy="243600"/>
          </a:xfrm>
          <a:prstGeom prst="rect">
            <a:avLst/>
          </a:prstGeom>
          <a:noFill/>
          <a:ln>
            <a:noFill/>
          </a:ln>
        </p:spPr>
      </p:pic>
      <p:pic>
        <p:nvPicPr>
          <p:cNvPr id="700" name="Google Shape;700;p31"/>
          <p:cNvPicPr preferRelativeResize="0"/>
          <p:nvPr/>
        </p:nvPicPr>
        <p:blipFill>
          <a:blip r:embed="rId6">
            <a:alphaModFix/>
          </a:blip>
          <a:stretch>
            <a:fillRect/>
          </a:stretch>
        </p:blipFill>
        <p:spPr>
          <a:xfrm>
            <a:off x="4416212" y="3404100"/>
            <a:ext cx="351750" cy="351750"/>
          </a:xfrm>
          <a:prstGeom prst="rect">
            <a:avLst/>
          </a:prstGeom>
          <a:noFill/>
          <a:ln>
            <a:noFill/>
          </a:ln>
        </p:spPr>
      </p:pic>
      <p:pic>
        <p:nvPicPr>
          <p:cNvPr id="684" name="Google Shape;684;p31"/>
          <p:cNvPicPr preferRelativeResize="0"/>
          <p:nvPr/>
        </p:nvPicPr>
        <p:blipFill>
          <a:blip r:embed="rId6">
            <a:alphaModFix/>
          </a:blip>
          <a:stretch>
            <a:fillRect/>
          </a:stretch>
        </p:blipFill>
        <p:spPr>
          <a:xfrm>
            <a:off x="4322550" y="1375838"/>
            <a:ext cx="351750" cy="351750"/>
          </a:xfrm>
          <a:prstGeom prst="rect">
            <a:avLst/>
          </a:prstGeom>
          <a:noFill/>
          <a:ln>
            <a:noFill/>
          </a:ln>
        </p:spPr>
      </p:pic>
      <p:sp>
        <p:nvSpPr>
          <p:cNvPr id="728" name="Google Shape;728;p31"/>
          <p:cNvSpPr txBox="1"/>
          <p:nvPr/>
        </p:nvSpPr>
        <p:spPr>
          <a:xfrm>
            <a:off x="3980775" y="1648863"/>
            <a:ext cx="1035300" cy="30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SzPts val="440"/>
              <a:buNone/>
            </a:pPr>
            <a:r>
              <a:rPr lang="ko" sz="839" b="1">
                <a:solidFill>
                  <a:schemeClr val="dk1"/>
                </a:solidFill>
                <a:latin typeface="+mj-ea"/>
                <a:ea typeface="+mj-ea"/>
                <a:cs typeface="Roboto Condensed"/>
                <a:sym typeface="Roboto Condensed"/>
              </a:rPr>
              <a:t>Ethernet Switch</a:t>
            </a:r>
            <a:endParaRPr sz="839" b="1">
              <a:solidFill>
                <a:schemeClr val="dk1"/>
              </a:solidFill>
              <a:latin typeface="+mj-ea"/>
              <a:ea typeface="+mj-ea"/>
              <a:cs typeface="Roboto Condensed"/>
              <a:sym typeface="Roboto Condensed"/>
            </a:endParaRPr>
          </a:p>
        </p:txBody>
      </p:sp>
      <p:pic>
        <p:nvPicPr>
          <p:cNvPr id="729" name="Google Shape;729;p31"/>
          <p:cNvPicPr preferRelativeResize="0"/>
          <p:nvPr/>
        </p:nvPicPr>
        <p:blipFill>
          <a:blip r:embed="rId5">
            <a:alphaModFix/>
          </a:blip>
          <a:stretch>
            <a:fillRect/>
          </a:stretch>
        </p:blipFill>
        <p:spPr>
          <a:xfrm>
            <a:off x="3345000" y="4010563"/>
            <a:ext cx="243600" cy="243600"/>
          </a:xfrm>
          <a:prstGeom prst="rect">
            <a:avLst/>
          </a:prstGeom>
          <a:noFill/>
          <a:ln>
            <a:noFill/>
          </a:ln>
        </p:spPr>
      </p:pic>
      <p:pic>
        <p:nvPicPr>
          <p:cNvPr id="730" name="Google Shape;730;p31"/>
          <p:cNvPicPr preferRelativeResize="0"/>
          <p:nvPr/>
        </p:nvPicPr>
        <p:blipFill>
          <a:blip r:embed="rId5">
            <a:alphaModFix/>
          </a:blip>
          <a:stretch>
            <a:fillRect/>
          </a:stretch>
        </p:blipFill>
        <p:spPr>
          <a:xfrm>
            <a:off x="3345000" y="4239163"/>
            <a:ext cx="243600" cy="243600"/>
          </a:xfrm>
          <a:prstGeom prst="rect">
            <a:avLst/>
          </a:prstGeom>
          <a:noFill/>
          <a:ln>
            <a:noFill/>
          </a:ln>
        </p:spPr>
      </p:pic>
      <p:pic>
        <p:nvPicPr>
          <p:cNvPr id="731" name="Google Shape;731;p31"/>
          <p:cNvPicPr preferRelativeResize="0"/>
          <p:nvPr/>
        </p:nvPicPr>
        <p:blipFill>
          <a:blip r:embed="rId5">
            <a:alphaModFix/>
          </a:blip>
          <a:stretch>
            <a:fillRect/>
          </a:stretch>
        </p:blipFill>
        <p:spPr>
          <a:xfrm>
            <a:off x="2652525" y="3891688"/>
            <a:ext cx="243600" cy="243600"/>
          </a:xfrm>
          <a:prstGeom prst="rect">
            <a:avLst/>
          </a:prstGeom>
          <a:noFill/>
          <a:ln>
            <a:noFill/>
          </a:ln>
        </p:spPr>
      </p:pic>
      <p:pic>
        <p:nvPicPr>
          <p:cNvPr id="732" name="Google Shape;732;p31"/>
          <p:cNvPicPr preferRelativeResize="0"/>
          <p:nvPr/>
        </p:nvPicPr>
        <p:blipFill>
          <a:blip r:embed="rId5">
            <a:alphaModFix/>
          </a:blip>
          <a:stretch>
            <a:fillRect/>
          </a:stretch>
        </p:blipFill>
        <p:spPr>
          <a:xfrm>
            <a:off x="2652525" y="4120288"/>
            <a:ext cx="243600" cy="243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32"/>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ko" sz="2500" b="1">
                <a:latin typeface="+mj-ea"/>
                <a:ea typeface="+mj-ea"/>
              </a:rPr>
              <a:t>iSCSI Target 구성</a:t>
            </a:r>
            <a:endParaRPr sz="2500" b="1">
              <a:latin typeface="+mj-ea"/>
              <a:ea typeface="+mj-ea"/>
            </a:endParaRPr>
          </a:p>
        </p:txBody>
      </p:sp>
      <p:sp>
        <p:nvSpPr>
          <p:cNvPr id="738" name="Google Shape;738;p32"/>
          <p:cNvSpPr txBox="1">
            <a:spLocks noGrp="1"/>
          </p:cNvSpPr>
          <p:nvPr>
            <p:ph type="body" idx="1"/>
          </p:nvPr>
        </p:nvSpPr>
        <p:spPr>
          <a:xfrm>
            <a:off x="814275" y="1327350"/>
            <a:ext cx="6316500" cy="31455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endParaRPr sz="400" b="1">
              <a:latin typeface="+mj-ea"/>
              <a:ea typeface="+mj-ea"/>
            </a:endParaRPr>
          </a:p>
          <a:p>
            <a:pPr marL="457200" lvl="0" indent="-323850" algn="l" rtl="0">
              <a:spcBef>
                <a:spcPts val="1000"/>
              </a:spcBef>
              <a:spcAft>
                <a:spcPts val="0"/>
              </a:spcAft>
              <a:buSzPts val="1500"/>
              <a:buAutoNum type="arabicPeriod"/>
            </a:pPr>
            <a:r>
              <a:rPr lang="ko" sz="1500" b="1">
                <a:latin typeface="+mj-ea"/>
                <a:ea typeface="+mj-ea"/>
              </a:rPr>
              <a:t>스토리지 서버 기반으로 iscsi target 구성	</a:t>
            </a:r>
            <a:endParaRPr sz="600" b="1">
              <a:latin typeface="+mj-ea"/>
              <a:ea typeface="+mj-ea"/>
            </a:endParaRPr>
          </a:p>
          <a:p>
            <a:pPr marL="457200" lvl="0" indent="-317500" algn="l" rtl="0">
              <a:spcBef>
                <a:spcPts val="0"/>
              </a:spcBef>
              <a:spcAft>
                <a:spcPts val="0"/>
              </a:spcAft>
              <a:buSzPts val="1400"/>
              <a:buAutoNum type="arabicPeriod"/>
            </a:pPr>
            <a:r>
              <a:rPr lang="ko" sz="1500" b="1">
                <a:latin typeface="+mj-ea"/>
                <a:ea typeface="+mj-ea"/>
              </a:rPr>
              <a:t>SAN 용 10G iSCSI Switch   + iscsi HBA    </a:t>
            </a:r>
            <a:r>
              <a:rPr lang="ko" sz="2500" b="1">
                <a:latin typeface="+mj-ea"/>
                <a:ea typeface="+mj-ea"/>
              </a:rPr>
              <a:t>                                                                                                                                                                                                                                                                                                                                                                                                                                                                                                                                                                                                                                                                                                                                                                                                                                                                                                                                                                                                                                                                                                                                                                                                                                                                                                                                                                                                                                                                                                                                                                                                                                                                                                                                                                                                                                                                                                                                                                                                                                                                                                                                                                                                                                                                                                                                                                                                                                                                                                                                                                                                                                                                                                                                                                                                                                                                                                                                                                                                                                                                                                                                                                                                                                                                                                                                                                                                                                                                                                                                                                                                                                                                                                                                                                                                                                                                                                                                                                                                                                                                                                                                                                                                                                                                                                                                                                                                                                                                                                                                                                                                                                                                                                                                                                                                                                                                                       </a:t>
            </a:r>
            <a:endParaRPr sz="400">
              <a:latin typeface="+mj-ea"/>
              <a:ea typeface="+mj-ea"/>
            </a:endParaRPr>
          </a:p>
          <a:p>
            <a:pPr marL="914400" marR="0" lvl="0" indent="-323850" algn="l" rtl="0">
              <a:spcBef>
                <a:spcPts val="600"/>
              </a:spcBef>
              <a:spcAft>
                <a:spcPts val="0"/>
              </a:spcAft>
              <a:buSzPts val="1500"/>
              <a:buChar char="➔"/>
            </a:pPr>
            <a:r>
              <a:rPr lang="ko" sz="1500">
                <a:latin typeface="+mj-ea"/>
                <a:ea typeface="+mj-ea"/>
              </a:rPr>
              <a:t>각각의 initiator에 NIC toe 카드를 탑재하여 iscsi 스위치 연결 </a:t>
            </a:r>
            <a:endParaRPr sz="1500">
              <a:latin typeface="+mj-ea"/>
              <a:ea typeface="+mj-ea"/>
            </a:endParaRPr>
          </a:p>
          <a:p>
            <a:pPr marL="914400" marR="0" lvl="0" indent="-323850" algn="l" rtl="0">
              <a:spcBef>
                <a:spcPts val="1000"/>
              </a:spcBef>
              <a:spcAft>
                <a:spcPts val="0"/>
              </a:spcAft>
              <a:buSzPts val="1500"/>
              <a:buChar char="➔"/>
            </a:pPr>
            <a:r>
              <a:rPr lang="ko" sz="1500">
                <a:latin typeface="+mj-ea"/>
                <a:ea typeface="+mj-ea"/>
              </a:rPr>
              <a:t>스위치를 사용하여 데이터 수신 속도 제어 가능</a:t>
            </a:r>
            <a:endParaRPr sz="1500">
              <a:latin typeface="+mj-ea"/>
              <a:ea typeface="+mj-ea"/>
            </a:endParaRPr>
          </a:p>
          <a:p>
            <a:pPr marL="914400" marR="0" lvl="0" indent="-323850" algn="l" rtl="0">
              <a:spcBef>
                <a:spcPts val="1000"/>
              </a:spcBef>
              <a:spcAft>
                <a:spcPts val="0"/>
              </a:spcAft>
              <a:buSzPts val="1500"/>
              <a:buChar char="➔"/>
            </a:pPr>
            <a:r>
              <a:rPr lang="ko" sz="1500">
                <a:latin typeface="+mj-ea"/>
                <a:ea typeface="+mj-ea"/>
              </a:rPr>
              <a:t>병목 현상 완화. 높은 트래픽 제어 가능</a:t>
            </a:r>
            <a:endParaRPr sz="1500">
              <a:latin typeface="+mj-ea"/>
              <a:ea typeface="+mj-ea"/>
            </a:endParaRPr>
          </a:p>
          <a:p>
            <a:pPr marL="914400" marR="0" lvl="0" indent="-323850" algn="l" rtl="0">
              <a:spcBef>
                <a:spcPts val="1000"/>
              </a:spcBef>
              <a:spcAft>
                <a:spcPts val="0"/>
              </a:spcAft>
              <a:buSzPts val="1500"/>
              <a:buChar char="➔"/>
            </a:pPr>
            <a:r>
              <a:rPr lang="ko" sz="1500">
                <a:latin typeface="+mj-ea"/>
                <a:ea typeface="+mj-ea"/>
              </a:rPr>
              <a:t>여러 포트 사용 가능</a:t>
            </a:r>
            <a:endParaRPr sz="1500">
              <a:latin typeface="+mj-ea"/>
              <a:ea typeface="+mj-ea"/>
            </a:endParaRPr>
          </a:p>
          <a:p>
            <a:pPr marL="914400" marR="0" lvl="0" indent="-323850" algn="l" rtl="0">
              <a:spcBef>
                <a:spcPts val="1000"/>
              </a:spcBef>
              <a:spcAft>
                <a:spcPts val="1000"/>
              </a:spcAft>
              <a:buSzPts val="1500"/>
              <a:buChar char="➔"/>
            </a:pPr>
            <a:r>
              <a:rPr lang="ko" sz="1500">
                <a:latin typeface="+mj-ea"/>
                <a:ea typeface="+mj-ea"/>
              </a:rPr>
              <a:t>iSCSI만의 전용선을 사용함</a:t>
            </a:r>
            <a:endParaRPr sz="1500">
              <a:latin typeface="+mj-ea"/>
              <a:ea typeface="+mj-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33"/>
          <p:cNvSpPr txBox="1">
            <a:spLocks noGrp="1"/>
          </p:cNvSpPr>
          <p:nvPr>
            <p:ph type="ctrTitle"/>
          </p:nvPr>
        </p:nvSpPr>
        <p:spPr>
          <a:xfrm>
            <a:off x="463525" y="31759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ko" sz="4100">
                <a:latin typeface="+mj-ea"/>
                <a:ea typeface="+mj-ea"/>
              </a:rPr>
              <a:t>감사합니다.</a:t>
            </a:r>
            <a:endParaRPr sz="4100">
              <a:latin typeface="+mj-ea"/>
              <a:ea typeface="+mj-ea"/>
            </a:endParaRPr>
          </a:p>
        </p:txBody>
      </p:sp>
    </p:spTree>
  </p:cSld>
  <p:clrMapOvr>
    <a:masterClrMapping/>
  </p:clrMapOvr>
</p:sld>
</file>

<file path=ppt/theme/theme1.xml><?xml version="1.0" encoding="utf-8"?>
<a:theme xmlns:a="http://schemas.openxmlformats.org/drawingml/2006/main" name="Salerio template">
  <a:themeElements>
    <a:clrScheme name="Custom 347">
      <a:dk1>
        <a:srgbClr val="263248"/>
      </a:dk1>
      <a:lt1>
        <a:srgbClr val="FFFFFF"/>
      </a:lt1>
      <a:dk2>
        <a:srgbClr val="434343"/>
      </a:dk2>
      <a:lt2>
        <a:srgbClr val="E0E4E9"/>
      </a:lt2>
      <a:accent1>
        <a:srgbClr val="3F5378"/>
      </a:accent1>
      <a:accent2>
        <a:srgbClr val="263248"/>
      </a:accent2>
      <a:accent3>
        <a:srgbClr val="92A8C8"/>
      </a:accent3>
      <a:accent4>
        <a:srgbClr val="C7D3E6"/>
      </a:accent4>
      <a:accent5>
        <a:srgbClr val="FF9800"/>
      </a:accent5>
      <a:accent6>
        <a:srgbClr val="D26F00"/>
      </a:accent6>
      <a:hlink>
        <a:srgbClr val="3F537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1758</Words>
  <Application>Microsoft Office PowerPoint</Application>
  <PresentationFormat>화면 슬라이드 쇼(16:9)</PresentationFormat>
  <Paragraphs>298</Paragraphs>
  <Slides>21</Slides>
  <Notes>21</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21</vt:i4>
      </vt:variant>
    </vt:vector>
  </HeadingPairs>
  <TitlesOfParts>
    <vt:vector size="28" baseType="lpstr">
      <vt:lpstr>Arvo</vt:lpstr>
      <vt:lpstr>Roboto Condensed Light</vt:lpstr>
      <vt:lpstr>Dotum</vt:lpstr>
      <vt:lpstr>맑은 고딕</vt:lpstr>
      <vt:lpstr>Arial</vt:lpstr>
      <vt:lpstr>Roboto Condensed</vt:lpstr>
      <vt:lpstr>Salerio template</vt:lpstr>
      <vt:lpstr>Ansible 자동화로 구현한 클라우드 환경 DevOps</vt:lpstr>
      <vt:lpstr>개요</vt:lpstr>
      <vt:lpstr>초기 구성도</vt:lpstr>
      <vt:lpstr>최종 구성도</vt:lpstr>
      <vt:lpstr>목차</vt:lpstr>
      <vt:lpstr>DHCP 서버란?</vt:lpstr>
      <vt:lpstr>그림으로 보는 DHCP 서버의 동작 원리</vt:lpstr>
      <vt:lpstr>사내 DHCP 서버 구성도</vt:lpstr>
      <vt:lpstr>캐시 전용 DNS 장점</vt:lpstr>
      <vt:lpstr>캐시 전용 DNS</vt:lpstr>
      <vt:lpstr>인프라 구성도</vt:lpstr>
      <vt:lpstr>웹 서버 정의 - 소프트웨어 관점</vt:lpstr>
      <vt:lpstr>기업 내부에서 웹 서버 구성도</vt:lpstr>
      <vt:lpstr>기업 외부에서 웹 서버 구성도 - 서버 호스팅</vt:lpstr>
      <vt:lpstr>서버 호스팅의 장점</vt:lpstr>
      <vt:lpstr>STRATIS란 무엇인가?</vt:lpstr>
      <vt:lpstr>STRATIS와 일반 시스템 파일 생성 비교</vt:lpstr>
      <vt:lpstr>STRATIS의 장점</vt:lpstr>
      <vt:lpstr>iSCSI 구성</vt:lpstr>
      <vt:lpstr>iSCSI Target 구성</vt:lpstr>
      <vt:lpstr>감사합니다.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Ansible 자동화로 구현한 클라우드 환경 DevOps</dc:title>
  <cp:lastModifiedBy>김선경</cp:lastModifiedBy>
  <cp:revision>1</cp:revision>
  <dcterms:modified xsi:type="dcterms:W3CDTF">2021-01-29T03:04:46Z</dcterms:modified>
</cp:coreProperties>
</file>